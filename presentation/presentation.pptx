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900B77-5FE4-4D56-BB7F-8C728C3AED2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DE46E4-9852-49B9-96C1-5AE5C160D2E7}">
      <dgm:prSet/>
      <dgm:spPr/>
      <dgm:t>
        <a:bodyPr/>
        <a:lstStyle/>
        <a:p>
          <a:r>
            <a:rPr lang="en-US" dirty="0"/>
            <a:t>Football clubs invest millions in player transfers.</a:t>
          </a:r>
        </a:p>
      </dgm:t>
    </dgm:pt>
    <dgm:pt modelId="{8C8C28F6-35C4-4782-AF03-F8A6CC8F53E4}" type="parTrans" cxnId="{90AF069D-2174-47D6-9CB3-4F853FE4C636}">
      <dgm:prSet/>
      <dgm:spPr/>
      <dgm:t>
        <a:bodyPr/>
        <a:lstStyle/>
        <a:p>
          <a:endParaRPr lang="en-US"/>
        </a:p>
      </dgm:t>
    </dgm:pt>
    <dgm:pt modelId="{FA080F51-7002-4C06-BA1F-B2F950AEBB80}" type="sibTrans" cxnId="{90AF069D-2174-47D6-9CB3-4F853FE4C636}">
      <dgm:prSet/>
      <dgm:spPr/>
      <dgm:t>
        <a:bodyPr/>
        <a:lstStyle/>
        <a:p>
          <a:endParaRPr lang="en-US"/>
        </a:p>
      </dgm:t>
    </dgm:pt>
    <dgm:pt modelId="{AACDD55B-E315-4CDF-8F57-6038DF217834}">
      <dgm:prSet/>
      <dgm:spPr/>
      <dgm:t>
        <a:bodyPr/>
        <a:lstStyle/>
        <a:p>
          <a:r>
            <a:rPr lang="en-US" dirty="0"/>
            <a:t>Many signings underperform after joining new clubs.</a:t>
          </a:r>
        </a:p>
      </dgm:t>
    </dgm:pt>
    <dgm:pt modelId="{60CA1DC6-C01E-4E05-AEEA-420E932DAD8B}" type="parTrans" cxnId="{EF702432-5DDC-448D-B066-A4A795A359E3}">
      <dgm:prSet/>
      <dgm:spPr/>
      <dgm:t>
        <a:bodyPr/>
        <a:lstStyle/>
        <a:p>
          <a:endParaRPr lang="en-US"/>
        </a:p>
      </dgm:t>
    </dgm:pt>
    <dgm:pt modelId="{88E6E5F5-E3DF-4F71-B08A-29413FF8507D}" type="sibTrans" cxnId="{EF702432-5DDC-448D-B066-A4A795A359E3}">
      <dgm:prSet/>
      <dgm:spPr/>
      <dgm:t>
        <a:bodyPr/>
        <a:lstStyle/>
        <a:p>
          <a:endParaRPr lang="en-US"/>
        </a:p>
      </dgm:t>
    </dgm:pt>
    <dgm:pt modelId="{4F02A09C-9314-45D6-AEF2-BA8BE6C53D35}">
      <dgm:prSet/>
      <dgm:spPr/>
      <dgm:t>
        <a:bodyPr/>
        <a:lstStyle/>
        <a:p>
          <a:r>
            <a:rPr lang="en-US" dirty="0"/>
            <a:t>Goal: Predict the likelihood of a player’s </a:t>
          </a:r>
          <a:r>
            <a:rPr lang="en-US" b="1" dirty="0"/>
            <a:t>performance decline</a:t>
          </a:r>
          <a:r>
            <a:rPr lang="en-US" dirty="0"/>
            <a:t> post-transfer.</a:t>
          </a:r>
        </a:p>
      </dgm:t>
    </dgm:pt>
    <dgm:pt modelId="{7B5C58B3-D7ED-4DA8-ABFD-0453DC4B6275}" type="parTrans" cxnId="{AE9C73C9-D4EF-4568-BA72-90B51C9A7FFF}">
      <dgm:prSet/>
      <dgm:spPr/>
      <dgm:t>
        <a:bodyPr/>
        <a:lstStyle/>
        <a:p>
          <a:endParaRPr lang="en-US"/>
        </a:p>
      </dgm:t>
    </dgm:pt>
    <dgm:pt modelId="{0FD1D0BC-B2CB-4EC1-AF55-522F043B15C8}" type="sibTrans" cxnId="{AE9C73C9-D4EF-4568-BA72-90B51C9A7FFF}">
      <dgm:prSet/>
      <dgm:spPr/>
      <dgm:t>
        <a:bodyPr/>
        <a:lstStyle/>
        <a:p>
          <a:endParaRPr lang="en-US"/>
        </a:p>
      </dgm:t>
    </dgm:pt>
    <dgm:pt modelId="{DFB62F61-FF15-446F-AD6D-12E6E17F6411}">
      <dgm:prSet/>
      <dgm:spPr/>
      <dgm:t>
        <a:bodyPr/>
        <a:lstStyle/>
        <a:p>
          <a:r>
            <a:rPr lang="en-US" b="1"/>
            <a:t>Key Question:</a:t>
          </a:r>
          <a:endParaRPr lang="en-US"/>
        </a:p>
      </dgm:t>
    </dgm:pt>
    <dgm:pt modelId="{7D7905B1-A7A0-41EB-A1B2-8EEF73708B2B}" type="parTrans" cxnId="{2AB47DE5-098D-45B0-9F19-7C4A9BB01101}">
      <dgm:prSet/>
      <dgm:spPr/>
      <dgm:t>
        <a:bodyPr/>
        <a:lstStyle/>
        <a:p>
          <a:endParaRPr lang="en-US"/>
        </a:p>
      </dgm:t>
    </dgm:pt>
    <dgm:pt modelId="{2A0CCCE5-0052-444C-AE30-7B5FE14ECBDD}" type="sibTrans" cxnId="{2AB47DE5-098D-45B0-9F19-7C4A9BB01101}">
      <dgm:prSet/>
      <dgm:spPr/>
      <dgm:t>
        <a:bodyPr/>
        <a:lstStyle/>
        <a:p>
          <a:endParaRPr lang="en-US"/>
        </a:p>
      </dgm:t>
    </dgm:pt>
    <dgm:pt modelId="{1DC45E1A-B5AB-4003-A973-DA6400A98025}">
      <dgm:prSet/>
      <dgm:spPr/>
      <dgm:t>
        <a:bodyPr/>
        <a:lstStyle/>
        <a:p>
          <a:r>
            <a:rPr lang="en-US" i="1"/>
            <a:t>Given pre-transfer data, can we predict if a player’s performance will drop after a move?</a:t>
          </a:r>
          <a:br>
            <a:rPr lang="en-US"/>
          </a:br>
          <a:r>
            <a:rPr lang="en-US" b="1"/>
            <a:t>Stakeholders:</a:t>
          </a:r>
          <a:r>
            <a:rPr lang="en-US"/>
            <a:t> Scouts | Recruiters | Club Managers | Analysts</a:t>
          </a:r>
        </a:p>
      </dgm:t>
    </dgm:pt>
    <dgm:pt modelId="{6B8B8DF2-AE6B-41CB-B8D1-83BC6CA753FF}" type="parTrans" cxnId="{512F74A2-F115-41BC-A9FE-45C703521A01}">
      <dgm:prSet/>
      <dgm:spPr/>
      <dgm:t>
        <a:bodyPr/>
        <a:lstStyle/>
        <a:p>
          <a:endParaRPr lang="en-US"/>
        </a:p>
      </dgm:t>
    </dgm:pt>
    <dgm:pt modelId="{0509BB3F-1185-4DCB-8EF7-5E43E000A5B9}" type="sibTrans" cxnId="{512F74A2-F115-41BC-A9FE-45C703521A01}">
      <dgm:prSet/>
      <dgm:spPr/>
      <dgm:t>
        <a:bodyPr/>
        <a:lstStyle/>
        <a:p>
          <a:endParaRPr lang="en-US"/>
        </a:p>
      </dgm:t>
    </dgm:pt>
    <dgm:pt modelId="{0D4AC293-0394-4652-ABB8-BAE7A8B0C491}" type="pres">
      <dgm:prSet presAssocID="{F8900B77-5FE4-4D56-BB7F-8C728C3AED28}" presName="vert0" presStyleCnt="0">
        <dgm:presLayoutVars>
          <dgm:dir/>
          <dgm:animOne val="branch"/>
          <dgm:animLvl val="lvl"/>
        </dgm:presLayoutVars>
      </dgm:prSet>
      <dgm:spPr/>
    </dgm:pt>
    <dgm:pt modelId="{C2D3F5DC-BE69-4551-B972-9BD571EE935D}" type="pres">
      <dgm:prSet presAssocID="{91DE46E4-9852-49B9-96C1-5AE5C160D2E7}" presName="thickLine" presStyleLbl="alignNode1" presStyleIdx="0" presStyleCnt="4"/>
      <dgm:spPr/>
    </dgm:pt>
    <dgm:pt modelId="{52645FE2-B3C5-4CA3-9E4C-FE545E619BA1}" type="pres">
      <dgm:prSet presAssocID="{91DE46E4-9852-49B9-96C1-5AE5C160D2E7}" presName="horz1" presStyleCnt="0"/>
      <dgm:spPr/>
    </dgm:pt>
    <dgm:pt modelId="{A92CDEA0-F3C1-4EF5-BB6F-919D24440D10}" type="pres">
      <dgm:prSet presAssocID="{91DE46E4-9852-49B9-96C1-5AE5C160D2E7}" presName="tx1" presStyleLbl="revTx" presStyleIdx="0" presStyleCnt="5" custScaleX="317719"/>
      <dgm:spPr/>
    </dgm:pt>
    <dgm:pt modelId="{1E7DB242-EAE2-491C-B278-F2AC5350288C}" type="pres">
      <dgm:prSet presAssocID="{91DE46E4-9852-49B9-96C1-5AE5C160D2E7}" presName="vert1" presStyleCnt="0"/>
      <dgm:spPr/>
    </dgm:pt>
    <dgm:pt modelId="{6E8100FB-8DE1-46C6-BEF6-76C4423E63AF}" type="pres">
      <dgm:prSet presAssocID="{AACDD55B-E315-4CDF-8F57-6038DF217834}" presName="thickLine" presStyleLbl="alignNode1" presStyleIdx="1" presStyleCnt="4"/>
      <dgm:spPr/>
    </dgm:pt>
    <dgm:pt modelId="{9B2795D0-128D-4AA8-BF68-DCA7DEB9CE5B}" type="pres">
      <dgm:prSet presAssocID="{AACDD55B-E315-4CDF-8F57-6038DF217834}" presName="horz1" presStyleCnt="0"/>
      <dgm:spPr/>
    </dgm:pt>
    <dgm:pt modelId="{43EEEF0A-1CF7-41EF-83E2-E458D38EDF40}" type="pres">
      <dgm:prSet presAssocID="{AACDD55B-E315-4CDF-8F57-6038DF217834}" presName="tx1" presStyleLbl="revTx" presStyleIdx="1" presStyleCnt="5" custScaleX="414960"/>
      <dgm:spPr/>
    </dgm:pt>
    <dgm:pt modelId="{4C66EEEB-48B0-4973-B91B-99813B33FA84}" type="pres">
      <dgm:prSet presAssocID="{AACDD55B-E315-4CDF-8F57-6038DF217834}" presName="vert1" presStyleCnt="0"/>
      <dgm:spPr/>
    </dgm:pt>
    <dgm:pt modelId="{01A0254C-51ED-4026-8B22-A2BF5303D72E}" type="pres">
      <dgm:prSet presAssocID="{4F02A09C-9314-45D6-AEF2-BA8BE6C53D35}" presName="thickLine" presStyleLbl="alignNode1" presStyleIdx="2" presStyleCnt="4"/>
      <dgm:spPr/>
    </dgm:pt>
    <dgm:pt modelId="{046D0DCD-3D4B-4EB3-8580-E50FB36982AF}" type="pres">
      <dgm:prSet presAssocID="{4F02A09C-9314-45D6-AEF2-BA8BE6C53D35}" presName="horz1" presStyleCnt="0"/>
      <dgm:spPr/>
    </dgm:pt>
    <dgm:pt modelId="{85FEEFA4-6E84-413E-9D06-86E2AAFFBA6F}" type="pres">
      <dgm:prSet presAssocID="{4F02A09C-9314-45D6-AEF2-BA8BE6C53D35}" presName="tx1" presStyleLbl="revTx" presStyleIdx="2" presStyleCnt="5" custScaleX="393455"/>
      <dgm:spPr/>
    </dgm:pt>
    <dgm:pt modelId="{67D8A85E-3180-4A63-B215-EF87DBE77B80}" type="pres">
      <dgm:prSet presAssocID="{4F02A09C-9314-45D6-AEF2-BA8BE6C53D35}" presName="vert1" presStyleCnt="0"/>
      <dgm:spPr/>
    </dgm:pt>
    <dgm:pt modelId="{9DA40196-0DE3-4B16-9BA5-B7BC20EB895C}" type="pres">
      <dgm:prSet presAssocID="{DFB62F61-FF15-446F-AD6D-12E6E17F6411}" presName="thickLine" presStyleLbl="alignNode1" presStyleIdx="3" presStyleCnt="4"/>
      <dgm:spPr/>
    </dgm:pt>
    <dgm:pt modelId="{0DC64046-D14C-401C-A780-667A48325A44}" type="pres">
      <dgm:prSet presAssocID="{DFB62F61-FF15-446F-AD6D-12E6E17F6411}" presName="horz1" presStyleCnt="0"/>
      <dgm:spPr/>
    </dgm:pt>
    <dgm:pt modelId="{ED014C76-B54F-4535-B736-2E21C402CE17}" type="pres">
      <dgm:prSet presAssocID="{DFB62F61-FF15-446F-AD6D-12E6E17F6411}" presName="tx1" presStyleLbl="revTx" presStyleIdx="3" presStyleCnt="5"/>
      <dgm:spPr/>
    </dgm:pt>
    <dgm:pt modelId="{B6F49F1B-43FD-4D44-82A2-6301CFED4B36}" type="pres">
      <dgm:prSet presAssocID="{DFB62F61-FF15-446F-AD6D-12E6E17F6411}" presName="vert1" presStyleCnt="0"/>
      <dgm:spPr/>
    </dgm:pt>
    <dgm:pt modelId="{32EFCB6E-07BF-495A-8C96-418ABA46F194}" type="pres">
      <dgm:prSet presAssocID="{1DC45E1A-B5AB-4003-A973-DA6400A98025}" presName="vertSpace2a" presStyleCnt="0"/>
      <dgm:spPr/>
    </dgm:pt>
    <dgm:pt modelId="{54225F72-1C61-49DE-A86A-04FDC300C262}" type="pres">
      <dgm:prSet presAssocID="{1DC45E1A-B5AB-4003-A973-DA6400A98025}" presName="horz2" presStyleCnt="0"/>
      <dgm:spPr/>
    </dgm:pt>
    <dgm:pt modelId="{6CC92E9C-C636-44CB-943B-A5EEDA691D37}" type="pres">
      <dgm:prSet presAssocID="{1DC45E1A-B5AB-4003-A973-DA6400A98025}" presName="horzSpace2" presStyleCnt="0"/>
      <dgm:spPr/>
    </dgm:pt>
    <dgm:pt modelId="{3398049B-6D64-41F6-925D-4AADE1657289}" type="pres">
      <dgm:prSet presAssocID="{1DC45E1A-B5AB-4003-A973-DA6400A98025}" presName="tx2" presStyleLbl="revTx" presStyleIdx="4" presStyleCnt="5"/>
      <dgm:spPr/>
    </dgm:pt>
    <dgm:pt modelId="{7154FFFF-2D98-42C9-A4F7-6163CFBAD2F6}" type="pres">
      <dgm:prSet presAssocID="{1DC45E1A-B5AB-4003-A973-DA6400A98025}" presName="vert2" presStyleCnt="0"/>
      <dgm:spPr/>
    </dgm:pt>
    <dgm:pt modelId="{A9B9D387-49DA-4072-8004-93A99B689707}" type="pres">
      <dgm:prSet presAssocID="{1DC45E1A-B5AB-4003-A973-DA6400A98025}" presName="thinLine2b" presStyleLbl="callout" presStyleIdx="0" presStyleCnt="1"/>
      <dgm:spPr/>
    </dgm:pt>
    <dgm:pt modelId="{3B5E4FED-8C8F-4CAE-AD2C-682A956A0388}" type="pres">
      <dgm:prSet presAssocID="{1DC45E1A-B5AB-4003-A973-DA6400A98025}" presName="vertSpace2b" presStyleCnt="0"/>
      <dgm:spPr/>
    </dgm:pt>
  </dgm:ptLst>
  <dgm:cxnLst>
    <dgm:cxn modelId="{A8D76608-6974-469B-A8AD-A9E43178E6FB}" type="presOf" srcId="{F8900B77-5FE4-4D56-BB7F-8C728C3AED28}" destId="{0D4AC293-0394-4652-ABB8-BAE7A8B0C491}" srcOrd="0" destOrd="0" presId="urn:microsoft.com/office/officeart/2008/layout/LinedList"/>
    <dgm:cxn modelId="{EF702432-5DDC-448D-B066-A4A795A359E3}" srcId="{F8900B77-5FE4-4D56-BB7F-8C728C3AED28}" destId="{AACDD55B-E315-4CDF-8F57-6038DF217834}" srcOrd="1" destOrd="0" parTransId="{60CA1DC6-C01E-4E05-AEEA-420E932DAD8B}" sibTransId="{88E6E5F5-E3DF-4F71-B08A-29413FF8507D}"/>
    <dgm:cxn modelId="{47FB7F44-F260-4474-9324-358696E0BCDB}" type="presOf" srcId="{DFB62F61-FF15-446F-AD6D-12E6E17F6411}" destId="{ED014C76-B54F-4535-B736-2E21C402CE17}" srcOrd="0" destOrd="0" presId="urn:microsoft.com/office/officeart/2008/layout/LinedList"/>
    <dgm:cxn modelId="{3461AF46-C1E0-44B5-9B57-BAB4458C22C6}" type="presOf" srcId="{AACDD55B-E315-4CDF-8F57-6038DF217834}" destId="{43EEEF0A-1CF7-41EF-83E2-E458D38EDF40}" srcOrd="0" destOrd="0" presId="urn:microsoft.com/office/officeart/2008/layout/LinedList"/>
    <dgm:cxn modelId="{C5A23967-A0CE-4FAC-81E2-B479C5913985}" type="presOf" srcId="{1DC45E1A-B5AB-4003-A973-DA6400A98025}" destId="{3398049B-6D64-41F6-925D-4AADE1657289}" srcOrd="0" destOrd="0" presId="urn:microsoft.com/office/officeart/2008/layout/LinedList"/>
    <dgm:cxn modelId="{4F42A28C-05BF-4536-87AB-A7E1F688C041}" type="presOf" srcId="{4F02A09C-9314-45D6-AEF2-BA8BE6C53D35}" destId="{85FEEFA4-6E84-413E-9D06-86E2AAFFBA6F}" srcOrd="0" destOrd="0" presId="urn:microsoft.com/office/officeart/2008/layout/LinedList"/>
    <dgm:cxn modelId="{90AF069D-2174-47D6-9CB3-4F853FE4C636}" srcId="{F8900B77-5FE4-4D56-BB7F-8C728C3AED28}" destId="{91DE46E4-9852-49B9-96C1-5AE5C160D2E7}" srcOrd="0" destOrd="0" parTransId="{8C8C28F6-35C4-4782-AF03-F8A6CC8F53E4}" sibTransId="{FA080F51-7002-4C06-BA1F-B2F950AEBB80}"/>
    <dgm:cxn modelId="{512F74A2-F115-41BC-A9FE-45C703521A01}" srcId="{DFB62F61-FF15-446F-AD6D-12E6E17F6411}" destId="{1DC45E1A-B5AB-4003-A973-DA6400A98025}" srcOrd="0" destOrd="0" parTransId="{6B8B8DF2-AE6B-41CB-B8D1-83BC6CA753FF}" sibTransId="{0509BB3F-1185-4DCB-8EF7-5E43E000A5B9}"/>
    <dgm:cxn modelId="{AE9C73C9-D4EF-4568-BA72-90B51C9A7FFF}" srcId="{F8900B77-5FE4-4D56-BB7F-8C728C3AED28}" destId="{4F02A09C-9314-45D6-AEF2-BA8BE6C53D35}" srcOrd="2" destOrd="0" parTransId="{7B5C58B3-D7ED-4DA8-ABFD-0453DC4B6275}" sibTransId="{0FD1D0BC-B2CB-4EC1-AF55-522F043B15C8}"/>
    <dgm:cxn modelId="{2AB47DE5-098D-45B0-9F19-7C4A9BB01101}" srcId="{F8900B77-5FE4-4D56-BB7F-8C728C3AED28}" destId="{DFB62F61-FF15-446F-AD6D-12E6E17F6411}" srcOrd="3" destOrd="0" parTransId="{7D7905B1-A7A0-41EB-A1B2-8EEF73708B2B}" sibTransId="{2A0CCCE5-0052-444C-AE30-7B5FE14ECBDD}"/>
    <dgm:cxn modelId="{E467C2F1-0007-4C15-ACE6-94BA836ECD3F}" type="presOf" srcId="{91DE46E4-9852-49B9-96C1-5AE5C160D2E7}" destId="{A92CDEA0-F3C1-4EF5-BB6F-919D24440D10}" srcOrd="0" destOrd="0" presId="urn:microsoft.com/office/officeart/2008/layout/LinedList"/>
    <dgm:cxn modelId="{91DF3216-8622-4347-BEE2-D56EC9B7989D}" type="presParOf" srcId="{0D4AC293-0394-4652-ABB8-BAE7A8B0C491}" destId="{C2D3F5DC-BE69-4551-B972-9BD571EE935D}" srcOrd="0" destOrd="0" presId="urn:microsoft.com/office/officeart/2008/layout/LinedList"/>
    <dgm:cxn modelId="{DFB103F0-DE17-40C6-AB36-58A1B2F42807}" type="presParOf" srcId="{0D4AC293-0394-4652-ABB8-BAE7A8B0C491}" destId="{52645FE2-B3C5-4CA3-9E4C-FE545E619BA1}" srcOrd="1" destOrd="0" presId="urn:microsoft.com/office/officeart/2008/layout/LinedList"/>
    <dgm:cxn modelId="{61F17378-E592-4126-907C-7B0D2D97184B}" type="presParOf" srcId="{52645FE2-B3C5-4CA3-9E4C-FE545E619BA1}" destId="{A92CDEA0-F3C1-4EF5-BB6F-919D24440D10}" srcOrd="0" destOrd="0" presId="urn:microsoft.com/office/officeart/2008/layout/LinedList"/>
    <dgm:cxn modelId="{754085D2-AEA6-421F-B297-4DE224FD7518}" type="presParOf" srcId="{52645FE2-B3C5-4CA3-9E4C-FE545E619BA1}" destId="{1E7DB242-EAE2-491C-B278-F2AC5350288C}" srcOrd="1" destOrd="0" presId="urn:microsoft.com/office/officeart/2008/layout/LinedList"/>
    <dgm:cxn modelId="{DB5C0374-132B-4009-A78B-DE95EBD54273}" type="presParOf" srcId="{0D4AC293-0394-4652-ABB8-BAE7A8B0C491}" destId="{6E8100FB-8DE1-46C6-BEF6-76C4423E63AF}" srcOrd="2" destOrd="0" presId="urn:microsoft.com/office/officeart/2008/layout/LinedList"/>
    <dgm:cxn modelId="{DF62868E-B83A-44D3-9BC7-A7CBC9AC72B5}" type="presParOf" srcId="{0D4AC293-0394-4652-ABB8-BAE7A8B0C491}" destId="{9B2795D0-128D-4AA8-BF68-DCA7DEB9CE5B}" srcOrd="3" destOrd="0" presId="urn:microsoft.com/office/officeart/2008/layout/LinedList"/>
    <dgm:cxn modelId="{E560A3CE-1C2D-47E2-AC02-280C89857BD4}" type="presParOf" srcId="{9B2795D0-128D-4AA8-BF68-DCA7DEB9CE5B}" destId="{43EEEF0A-1CF7-41EF-83E2-E458D38EDF40}" srcOrd="0" destOrd="0" presId="urn:microsoft.com/office/officeart/2008/layout/LinedList"/>
    <dgm:cxn modelId="{96A2E759-4A8C-4A07-B9EF-AB83CB67433A}" type="presParOf" srcId="{9B2795D0-128D-4AA8-BF68-DCA7DEB9CE5B}" destId="{4C66EEEB-48B0-4973-B91B-99813B33FA84}" srcOrd="1" destOrd="0" presId="urn:microsoft.com/office/officeart/2008/layout/LinedList"/>
    <dgm:cxn modelId="{01D40B64-9D2A-4F65-ABE2-B00BB73D16ED}" type="presParOf" srcId="{0D4AC293-0394-4652-ABB8-BAE7A8B0C491}" destId="{01A0254C-51ED-4026-8B22-A2BF5303D72E}" srcOrd="4" destOrd="0" presId="urn:microsoft.com/office/officeart/2008/layout/LinedList"/>
    <dgm:cxn modelId="{2680FA3D-1187-4AC3-888E-69CF854FAC5E}" type="presParOf" srcId="{0D4AC293-0394-4652-ABB8-BAE7A8B0C491}" destId="{046D0DCD-3D4B-4EB3-8580-E50FB36982AF}" srcOrd="5" destOrd="0" presId="urn:microsoft.com/office/officeart/2008/layout/LinedList"/>
    <dgm:cxn modelId="{F598DF74-065B-467E-9B8A-862BA9886E51}" type="presParOf" srcId="{046D0DCD-3D4B-4EB3-8580-E50FB36982AF}" destId="{85FEEFA4-6E84-413E-9D06-86E2AAFFBA6F}" srcOrd="0" destOrd="0" presId="urn:microsoft.com/office/officeart/2008/layout/LinedList"/>
    <dgm:cxn modelId="{7B6BACF9-A775-45FC-A0DD-1F18C04D972A}" type="presParOf" srcId="{046D0DCD-3D4B-4EB3-8580-E50FB36982AF}" destId="{67D8A85E-3180-4A63-B215-EF87DBE77B80}" srcOrd="1" destOrd="0" presId="urn:microsoft.com/office/officeart/2008/layout/LinedList"/>
    <dgm:cxn modelId="{6EEF6452-9623-401C-8FE8-4DDF31A3AFD1}" type="presParOf" srcId="{0D4AC293-0394-4652-ABB8-BAE7A8B0C491}" destId="{9DA40196-0DE3-4B16-9BA5-B7BC20EB895C}" srcOrd="6" destOrd="0" presId="urn:microsoft.com/office/officeart/2008/layout/LinedList"/>
    <dgm:cxn modelId="{6B86F389-A643-45F6-B41D-0DBE76E464AA}" type="presParOf" srcId="{0D4AC293-0394-4652-ABB8-BAE7A8B0C491}" destId="{0DC64046-D14C-401C-A780-667A48325A44}" srcOrd="7" destOrd="0" presId="urn:microsoft.com/office/officeart/2008/layout/LinedList"/>
    <dgm:cxn modelId="{924BA35C-BD28-427C-95B4-2D15E03011B4}" type="presParOf" srcId="{0DC64046-D14C-401C-A780-667A48325A44}" destId="{ED014C76-B54F-4535-B736-2E21C402CE17}" srcOrd="0" destOrd="0" presId="urn:microsoft.com/office/officeart/2008/layout/LinedList"/>
    <dgm:cxn modelId="{FE4F3928-5EEC-4A40-9F5D-9CE22C79212C}" type="presParOf" srcId="{0DC64046-D14C-401C-A780-667A48325A44}" destId="{B6F49F1B-43FD-4D44-82A2-6301CFED4B36}" srcOrd="1" destOrd="0" presId="urn:microsoft.com/office/officeart/2008/layout/LinedList"/>
    <dgm:cxn modelId="{453F5963-39CA-4588-B444-F02640D53521}" type="presParOf" srcId="{B6F49F1B-43FD-4D44-82A2-6301CFED4B36}" destId="{32EFCB6E-07BF-495A-8C96-418ABA46F194}" srcOrd="0" destOrd="0" presId="urn:microsoft.com/office/officeart/2008/layout/LinedList"/>
    <dgm:cxn modelId="{63C8A61E-0351-4FC4-AB7C-52AF47596B33}" type="presParOf" srcId="{B6F49F1B-43FD-4D44-82A2-6301CFED4B36}" destId="{54225F72-1C61-49DE-A86A-04FDC300C262}" srcOrd="1" destOrd="0" presId="urn:microsoft.com/office/officeart/2008/layout/LinedList"/>
    <dgm:cxn modelId="{ADAA9432-CF6A-4DAA-AC34-78E0BA572025}" type="presParOf" srcId="{54225F72-1C61-49DE-A86A-04FDC300C262}" destId="{6CC92E9C-C636-44CB-943B-A5EEDA691D37}" srcOrd="0" destOrd="0" presId="urn:microsoft.com/office/officeart/2008/layout/LinedList"/>
    <dgm:cxn modelId="{4E48C00F-2FCD-40B3-B6C4-0FD3D7CDAFF1}" type="presParOf" srcId="{54225F72-1C61-49DE-A86A-04FDC300C262}" destId="{3398049B-6D64-41F6-925D-4AADE1657289}" srcOrd="1" destOrd="0" presId="urn:microsoft.com/office/officeart/2008/layout/LinedList"/>
    <dgm:cxn modelId="{5BAE1281-0DB6-435B-8C34-6E553F5CA81A}" type="presParOf" srcId="{54225F72-1C61-49DE-A86A-04FDC300C262}" destId="{7154FFFF-2D98-42C9-A4F7-6163CFBAD2F6}" srcOrd="2" destOrd="0" presId="urn:microsoft.com/office/officeart/2008/layout/LinedList"/>
    <dgm:cxn modelId="{445FD824-7E7D-46CC-91C4-2A79A64DF7C0}" type="presParOf" srcId="{B6F49F1B-43FD-4D44-82A2-6301CFED4B36}" destId="{A9B9D387-49DA-4072-8004-93A99B689707}" srcOrd="2" destOrd="0" presId="urn:microsoft.com/office/officeart/2008/layout/LinedList"/>
    <dgm:cxn modelId="{0EB7C2FF-0CDA-436D-A2BB-F44D679E0A9F}" type="presParOf" srcId="{B6F49F1B-43FD-4D44-82A2-6301CFED4B36}" destId="{3B5E4FED-8C8F-4CAE-AD2C-682A956A0388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F810FE-3BA2-4067-A93E-CCAB34107F4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8B9BFF-A8F5-4B7A-B589-50CDCC96291E}">
      <dgm:prSet/>
      <dgm:spPr/>
      <dgm:t>
        <a:bodyPr/>
        <a:lstStyle/>
        <a:p>
          <a:r>
            <a:rPr lang="en-US" b="1" i="0" baseline="0"/>
            <a:t>FBref</a:t>
          </a:r>
          <a:r>
            <a:rPr lang="en-US" b="0" i="0" baseline="0"/>
            <a:t> – Performance stats (minutes, goals, GA90).</a:t>
          </a:r>
          <a:endParaRPr lang="en-US"/>
        </a:p>
      </dgm:t>
    </dgm:pt>
    <dgm:pt modelId="{19208A9E-6433-496A-874F-D8016B5E1310}" type="parTrans" cxnId="{20944860-3F65-43AE-A5D3-DB806CA13D26}">
      <dgm:prSet/>
      <dgm:spPr/>
      <dgm:t>
        <a:bodyPr/>
        <a:lstStyle/>
        <a:p>
          <a:endParaRPr lang="en-US"/>
        </a:p>
      </dgm:t>
    </dgm:pt>
    <dgm:pt modelId="{922660A2-6714-402E-B831-E8B7C85EAF54}" type="sibTrans" cxnId="{20944860-3F65-43AE-A5D3-DB806CA13D26}">
      <dgm:prSet/>
      <dgm:spPr/>
      <dgm:t>
        <a:bodyPr/>
        <a:lstStyle/>
        <a:p>
          <a:endParaRPr lang="en-US"/>
        </a:p>
      </dgm:t>
    </dgm:pt>
    <dgm:pt modelId="{E98BB85F-8493-41C3-9F10-3B3F6278188F}">
      <dgm:prSet/>
      <dgm:spPr/>
      <dgm:t>
        <a:bodyPr/>
        <a:lstStyle/>
        <a:p>
          <a:r>
            <a:rPr lang="en-US" b="1" i="0" baseline="0"/>
            <a:t>Transfermarkt</a:t>
          </a:r>
          <a:r>
            <a:rPr lang="en-US" b="0" i="0" baseline="0"/>
            <a:t> – Transfer fees, market values, league info.</a:t>
          </a:r>
          <a:endParaRPr lang="en-US"/>
        </a:p>
      </dgm:t>
    </dgm:pt>
    <dgm:pt modelId="{27DBEFA5-5D5E-4AA8-AAEA-C5D78AA6CD67}" type="parTrans" cxnId="{5141C407-F2C8-4F97-B22E-0BE5DD5487A8}">
      <dgm:prSet/>
      <dgm:spPr/>
      <dgm:t>
        <a:bodyPr/>
        <a:lstStyle/>
        <a:p>
          <a:endParaRPr lang="en-US"/>
        </a:p>
      </dgm:t>
    </dgm:pt>
    <dgm:pt modelId="{B6925368-6C4B-4BB0-BC67-D6DD1A85D2F2}" type="sibTrans" cxnId="{5141C407-F2C8-4F97-B22E-0BE5DD5487A8}">
      <dgm:prSet/>
      <dgm:spPr/>
      <dgm:t>
        <a:bodyPr/>
        <a:lstStyle/>
        <a:p>
          <a:endParaRPr lang="en-US"/>
        </a:p>
      </dgm:t>
    </dgm:pt>
    <dgm:pt modelId="{DDBA153A-42F1-410F-BF69-FF4CFEFD72B0}">
      <dgm:prSet/>
      <dgm:spPr/>
      <dgm:t>
        <a:bodyPr/>
        <a:lstStyle/>
        <a:p>
          <a:r>
            <a:rPr lang="en-US" b="1" i="0" baseline="0"/>
            <a:t>Merged records:</a:t>
          </a:r>
          <a:r>
            <a:rPr lang="en-US" b="0" i="0" baseline="0"/>
            <a:t> ≈ </a:t>
          </a:r>
          <a:r>
            <a:rPr lang="en-US"/>
            <a:t>5000 </a:t>
          </a:r>
          <a:r>
            <a:rPr lang="en-US" b="0" i="0" baseline="0"/>
            <a:t>player-seasons.</a:t>
          </a:r>
          <a:endParaRPr lang="en-US"/>
        </a:p>
      </dgm:t>
    </dgm:pt>
    <dgm:pt modelId="{29F8A6D2-A720-4DD8-AA93-7BB7BF5B4831}" type="parTrans" cxnId="{342C2A36-0A18-445C-A5EC-801AFD420B36}">
      <dgm:prSet/>
      <dgm:spPr/>
      <dgm:t>
        <a:bodyPr/>
        <a:lstStyle/>
        <a:p>
          <a:endParaRPr lang="en-US"/>
        </a:p>
      </dgm:t>
    </dgm:pt>
    <dgm:pt modelId="{E3A9C50B-AA7D-49A3-BD39-720521CFB3F2}" type="sibTrans" cxnId="{342C2A36-0A18-445C-A5EC-801AFD420B36}">
      <dgm:prSet/>
      <dgm:spPr/>
      <dgm:t>
        <a:bodyPr/>
        <a:lstStyle/>
        <a:p>
          <a:endParaRPr lang="en-US"/>
        </a:p>
      </dgm:t>
    </dgm:pt>
    <dgm:pt modelId="{9B6AB0F1-57F0-413E-AE82-E6BB7E0AEE15}">
      <dgm:prSet/>
      <dgm:spPr/>
      <dgm:t>
        <a:bodyPr/>
        <a:lstStyle/>
        <a:p>
          <a:r>
            <a:rPr lang="en-US" b="1" i="0" baseline="0"/>
            <a:t>Key Variables:</a:t>
          </a:r>
          <a:br>
            <a:rPr lang="en-US" b="0" i="0" baseline="0"/>
          </a:br>
          <a:r>
            <a:rPr lang="en-US" b="0" i="0" baseline="0"/>
            <a:t>from_league, to_league, position, transfer_fee, market_value_in_eur, height_in_cm, DeclineFlag.</a:t>
          </a:r>
          <a:endParaRPr lang="en-US"/>
        </a:p>
      </dgm:t>
    </dgm:pt>
    <dgm:pt modelId="{66684E4C-BE56-4B7B-9077-49E3F2D78180}" type="parTrans" cxnId="{3FF14823-EEF8-4E65-9D58-D9EB731F3609}">
      <dgm:prSet/>
      <dgm:spPr/>
      <dgm:t>
        <a:bodyPr/>
        <a:lstStyle/>
        <a:p>
          <a:endParaRPr lang="en-US"/>
        </a:p>
      </dgm:t>
    </dgm:pt>
    <dgm:pt modelId="{CD37B248-A7D6-4934-9D03-B8D3FED0AD32}" type="sibTrans" cxnId="{3FF14823-EEF8-4E65-9D58-D9EB731F3609}">
      <dgm:prSet/>
      <dgm:spPr/>
      <dgm:t>
        <a:bodyPr/>
        <a:lstStyle/>
        <a:p>
          <a:endParaRPr lang="en-US"/>
        </a:p>
      </dgm:t>
    </dgm:pt>
    <dgm:pt modelId="{C19451A7-3930-4E3A-BDFC-8BF1D69BE5A9}">
      <dgm:prSet/>
      <dgm:spPr/>
      <dgm:t>
        <a:bodyPr/>
        <a:lstStyle/>
        <a:p>
          <a:r>
            <a:rPr lang="en-US" b="1" i="0" baseline="0"/>
            <a:t>Main Limitation:</a:t>
          </a:r>
          <a:r>
            <a:rPr lang="en-US" b="0" i="0" baseline="0"/>
            <a:t> No injury or morale data.</a:t>
          </a:r>
          <a:endParaRPr lang="en-US"/>
        </a:p>
      </dgm:t>
    </dgm:pt>
    <dgm:pt modelId="{A736066D-3D0B-4360-9130-0A4E0A35072F}" type="parTrans" cxnId="{600C4D20-3269-4704-9416-165011DFE4E4}">
      <dgm:prSet/>
      <dgm:spPr/>
      <dgm:t>
        <a:bodyPr/>
        <a:lstStyle/>
        <a:p>
          <a:endParaRPr lang="en-US"/>
        </a:p>
      </dgm:t>
    </dgm:pt>
    <dgm:pt modelId="{A551B01D-1DD4-46D2-AE44-851A11D911D4}" type="sibTrans" cxnId="{600C4D20-3269-4704-9416-165011DFE4E4}">
      <dgm:prSet/>
      <dgm:spPr/>
      <dgm:t>
        <a:bodyPr/>
        <a:lstStyle/>
        <a:p>
          <a:endParaRPr lang="en-US"/>
        </a:p>
      </dgm:t>
    </dgm:pt>
    <dgm:pt modelId="{BCF47151-527E-4E65-B81B-9C23F6B0136A}" type="pres">
      <dgm:prSet presAssocID="{32F810FE-3BA2-4067-A93E-CCAB34107F40}" presName="root" presStyleCnt="0">
        <dgm:presLayoutVars>
          <dgm:dir/>
          <dgm:resizeHandles val="exact"/>
        </dgm:presLayoutVars>
      </dgm:prSet>
      <dgm:spPr/>
    </dgm:pt>
    <dgm:pt modelId="{059F9E98-7224-45AA-84C2-848A3122CE4B}" type="pres">
      <dgm:prSet presAssocID="{628B9BFF-A8F5-4B7A-B589-50CDCC96291E}" presName="compNode" presStyleCnt="0"/>
      <dgm:spPr/>
    </dgm:pt>
    <dgm:pt modelId="{9879E85B-099D-4069-A1AC-0794E09F912E}" type="pres">
      <dgm:prSet presAssocID="{628B9BFF-A8F5-4B7A-B589-50CDCC96291E}" presName="bgRect" presStyleLbl="bgShp" presStyleIdx="0" presStyleCnt="5"/>
      <dgm:spPr/>
    </dgm:pt>
    <dgm:pt modelId="{8AF616FB-E915-402F-9A2F-0F116677FCE4}" type="pres">
      <dgm:prSet presAssocID="{628B9BFF-A8F5-4B7A-B589-50CDCC96291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0DEA398-6AE1-4B2F-963B-07E78551147D}" type="pres">
      <dgm:prSet presAssocID="{628B9BFF-A8F5-4B7A-B589-50CDCC96291E}" presName="spaceRect" presStyleCnt="0"/>
      <dgm:spPr/>
    </dgm:pt>
    <dgm:pt modelId="{A0507AA3-E5C6-4B45-8ECA-14EC577B1C59}" type="pres">
      <dgm:prSet presAssocID="{628B9BFF-A8F5-4B7A-B589-50CDCC96291E}" presName="parTx" presStyleLbl="revTx" presStyleIdx="0" presStyleCnt="5">
        <dgm:presLayoutVars>
          <dgm:chMax val="0"/>
          <dgm:chPref val="0"/>
        </dgm:presLayoutVars>
      </dgm:prSet>
      <dgm:spPr/>
    </dgm:pt>
    <dgm:pt modelId="{14F30B0D-87A8-4219-87AF-213615753074}" type="pres">
      <dgm:prSet presAssocID="{922660A2-6714-402E-B831-E8B7C85EAF54}" presName="sibTrans" presStyleCnt="0"/>
      <dgm:spPr/>
    </dgm:pt>
    <dgm:pt modelId="{93F7248E-1875-422B-AC04-0EE54FCFA948}" type="pres">
      <dgm:prSet presAssocID="{E98BB85F-8493-41C3-9F10-3B3F6278188F}" presName="compNode" presStyleCnt="0"/>
      <dgm:spPr/>
    </dgm:pt>
    <dgm:pt modelId="{488F964B-1046-4BD9-B18B-3C69FD146FCD}" type="pres">
      <dgm:prSet presAssocID="{E98BB85F-8493-41C3-9F10-3B3F6278188F}" presName="bgRect" presStyleLbl="bgShp" presStyleIdx="1" presStyleCnt="5"/>
      <dgm:spPr/>
    </dgm:pt>
    <dgm:pt modelId="{C86A29E0-E314-4857-951F-CC814D9976BB}" type="pres">
      <dgm:prSet presAssocID="{E98BB85F-8493-41C3-9F10-3B3F6278188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890F39E1-D129-46A2-824B-4A5AE6415324}" type="pres">
      <dgm:prSet presAssocID="{E98BB85F-8493-41C3-9F10-3B3F6278188F}" presName="spaceRect" presStyleCnt="0"/>
      <dgm:spPr/>
    </dgm:pt>
    <dgm:pt modelId="{76697BF3-BD11-4BB5-8517-E49CBB204B1A}" type="pres">
      <dgm:prSet presAssocID="{E98BB85F-8493-41C3-9F10-3B3F6278188F}" presName="parTx" presStyleLbl="revTx" presStyleIdx="1" presStyleCnt="5">
        <dgm:presLayoutVars>
          <dgm:chMax val="0"/>
          <dgm:chPref val="0"/>
        </dgm:presLayoutVars>
      </dgm:prSet>
      <dgm:spPr/>
    </dgm:pt>
    <dgm:pt modelId="{3E81BDEB-A05E-40B4-AE99-9947DAE36AC1}" type="pres">
      <dgm:prSet presAssocID="{B6925368-6C4B-4BB0-BC67-D6DD1A85D2F2}" presName="sibTrans" presStyleCnt="0"/>
      <dgm:spPr/>
    </dgm:pt>
    <dgm:pt modelId="{EFC2DEB9-78AA-43F7-90EE-F9CAD795C5FB}" type="pres">
      <dgm:prSet presAssocID="{DDBA153A-42F1-410F-BF69-FF4CFEFD72B0}" presName="compNode" presStyleCnt="0"/>
      <dgm:spPr/>
    </dgm:pt>
    <dgm:pt modelId="{61FB5256-4D2C-4E17-925B-F9E40B25767A}" type="pres">
      <dgm:prSet presAssocID="{DDBA153A-42F1-410F-BF69-FF4CFEFD72B0}" presName="bgRect" presStyleLbl="bgShp" presStyleIdx="2" presStyleCnt="5"/>
      <dgm:spPr/>
    </dgm:pt>
    <dgm:pt modelId="{5B1696A6-20CD-4C9B-860F-9C6459DEE714}" type="pres">
      <dgm:prSet presAssocID="{DDBA153A-42F1-410F-BF69-FF4CFEFD72B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gon Dance"/>
        </a:ext>
      </dgm:extLst>
    </dgm:pt>
    <dgm:pt modelId="{ABB0EB16-3473-4CD5-BCDE-B5AEB2DEB646}" type="pres">
      <dgm:prSet presAssocID="{DDBA153A-42F1-410F-BF69-FF4CFEFD72B0}" presName="spaceRect" presStyleCnt="0"/>
      <dgm:spPr/>
    </dgm:pt>
    <dgm:pt modelId="{44B4169F-87B1-4628-B91F-E855A2DD7925}" type="pres">
      <dgm:prSet presAssocID="{DDBA153A-42F1-410F-BF69-FF4CFEFD72B0}" presName="parTx" presStyleLbl="revTx" presStyleIdx="2" presStyleCnt="5">
        <dgm:presLayoutVars>
          <dgm:chMax val="0"/>
          <dgm:chPref val="0"/>
        </dgm:presLayoutVars>
      </dgm:prSet>
      <dgm:spPr/>
    </dgm:pt>
    <dgm:pt modelId="{2CE3F5BE-4B43-485B-9906-D98A4D409407}" type="pres">
      <dgm:prSet presAssocID="{E3A9C50B-AA7D-49A3-BD39-720521CFB3F2}" presName="sibTrans" presStyleCnt="0"/>
      <dgm:spPr/>
    </dgm:pt>
    <dgm:pt modelId="{9AAF55F9-8A99-49DC-AA6D-80D9C9B98894}" type="pres">
      <dgm:prSet presAssocID="{9B6AB0F1-57F0-413E-AE82-E6BB7E0AEE15}" presName="compNode" presStyleCnt="0"/>
      <dgm:spPr/>
    </dgm:pt>
    <dgm:pt modelId="{B8FD437B-8151-4779-91AC-07779F6328F6}" type="pres">
      <dgm:prSet presAssocID="{9B6AB0F1-57F0-413E-AE82-E6BB7E0AEE15}" presName="bgRect" presStyleLbl="bgShp" presStyleIdx="3" presStyleCnt="5"/>
      <dgm:spPr/>
    </dgm:pt>
    <dgm:pt modelId="{F00C3801-A6AE-4276-A45D-7E5776222985}" type="pres">
      <dgm:prSet presAssocID="{9B6AB0F1-57F0-413E-AE82-E6BB7E0AEE1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E4254FE-2647-495B-A997-42D5B72B42D5}" type="pres">
      <dgm:prSet presAssocID="{9B6AB0F1-57F0-413E-AE82-E6BB7E0AEE15}" presName="spaceRect" presStyleCnt="0"/>
      <dgm:spPr/>
    </dgm:pt>
    <dgm:pt modelId="{FC2057CC-F70A-4475-9A5C-583482663ADE}" type="pres">
      <dgm:prSet presAssocID="{9B6AB0F1-57F0-413E-AE82-E6BB7E0AEE15}" presName="parTx" presStyleLbl="revTx" presStyleIdx="3" presStyleCnt="5">
        <dgm:presLayoutVars>
          <dgm:chMax val="0"/>
          <dgm:chPref val="0"/>
        </dgm:presLayoutVars>
      </dgm:prSet>
      <dgm:spPr/>
    </dgm:pt>
    <dgm:pt modelId="{55B58C42-4D7F-4802-8FB7-6389F00ADFDD}" type="pres">
      <dgm:prSet presAssocID="{CD37B248-A7D6-4934-9D03-B8D3FED0AD32}" presName="sibTrans" presStyleCnt="0"/>
      <dgm:spPr/>
    </dgm:pt>
    <dgm:pt modelId="{700A397C-98FA-4209-9C41-D947D9F6663F}" type="pres">
      <dgm:prSet presAssocID="{C19451A7-3930-4E3A-BDFC-8BF1D69BE5A9}" presName="compNode" presStyleCnt="0"/>
      <dgm:spPr/>
    </dgm:pt>
    <dgm:pt modelId="{944BFE8F-35EB-4D17-AD90-210BEC1FF887}" type="pres">
      <dgm:prSet presAssocID="{C19451A7-3930-4E3A-BDFC-8BF1D69BE5A9}" presName="bgRect" presStyleLbl="bgShp" presStyleIdx="4" presStyleCnt="5"/>
      <dgm:spPr/>
    </dgm:pt>
    <dgm:pt modelId="{316F6665-4091-4F9A-9722-915052D3BA6D}" type="pres">
      <dgm:prSet presAssocID="{C19451A7-3930-4E3A-BDFC-8BF1D69BE5A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14C34044-61D8-4B68-AB35-62A52C161A4B}" type="pres">
      <dgm:prSet presAssocID="{C19451A7-3930-4E3A-BDFC-8BF1D69BE5A9}" presName="spaceRect" presStyleCnt="0"/>
      <dgm:spPr/>
    </dgm:pt>
    <dgm:pt modelId="{D89EFEC1-701E-402E-85AE-36008A4996E7}" type="pres">
      <dgm:prSet presAssocID="{C19451A7-3930-4E3A-BDFC-8BF1D69BE5A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141C407-F2C8-4F97-B22E-0BE5DD5487A8}" srcId="{32F810FE-3BA2-4067-A93E-CCAB34107F40}" destId="{E98BB85F-8493-41C3-9F10-3B3F6278188F}" srcOrd="1" destOrd="0" parTransId="{27DBEFA5-5D5E-4AA8-AAEA-C5D78AA6CD67}" sibTransId="{B6925368-6C4B-4BB0-BC67-D6DD1A85D2F2}"/>
    <dgm:cxn modelId="{D9D7DE12-50C6-4366-95E6-7D5E0944DC15}" type="presOf" srcId="{C19451A7-3930-4E3A-BDFC-8BF1D69BE5A9}" destId="{D89EFEC1-701E-402E-85AE-36008A4996E7}" srcOrd="0" destOrd="0" presId="urn:microsoft.com/office/officeart/2018/2/layout/IconVerticalSolidList"/>
    <dgm:cxn modelId="{600C4D20-3269-4704-9416-165011DFE4E4}" srcId="{32F810FE-3BA2-4067-A93E-CCAB34107F40}" destId="{C19451A7-3930-4E3A-BDFC-8BF1D69BE5A9}" srcOrd="4" destOrd="0" parTransId="{A736066D-3D0B-4360-9130-0A4E0A35072F}" sibTransId="{A551B01D-1DD4-46D2-AE44-851A11D911D4}"/>
    <dgm:cxn modelId="{3FF14823-EEF8-4E65-9D58-D9EB731F3609}" srcId="{32F810FE-3BA2-4067-A93E-CCAB34107F40}" destId="{9B6AB0F1-57F0-413E-AE82-E6BB7E0AEE15}" srcOrd="3" destOrd="0" parTransId="{66684E4C-BE56-4B7B-9077-49E3F2D78180}" sibTransId="{CD37B248-A7D6-4934-9D03-B8D3FED0AD32}"/>
    <dgm:cxn modelId="{AD0F3E2A-9B15-4A26-801E-814FE1C23B6F}" type="presOf" srcId="{32F810FE-3BA2-4067-A93E-CCAB34107F40}" destId="{BCF47151-527E-4E65-B81B-9C23F6B0136A}" srcOrd="0" destOrd="0" presId="urn:microsoft.com/office/officeart/2018/2/layout/IconVerticalSolidList"/>
    <dgm:cxn modelId="{342C2A36-0A18-445C-A5EC-801AFD420B36}" srcId="{32F810FE-3BA2-4067-A93E-CCAB34107F40}" destId="{DDBA153A-42F1-410F-BF69-FF4CFEFD72B0}" srcOrd="2" destOrd="0" parTransId="{29F8A6D2-A720-4DD8-AA93-7BB7BF5B4831}" sibTransId="{E3A9C50B-AA7D-49A3-BD39-720521CFB3F2}"/>
    <dgm:cxn modelId="{20944860-3F65-43AE-A5D3-DB806CA13D26}" srcId="{32F810FE-3BA2-4067-A93E-CCAB34107F40}" destId="{628B9BFF-A8F5-4B7A-B589-50CDCC96291E}" srcOrd="0" destOrd="0" parTransId="{19208A9E-6433-496A-874F-D8016B5E1310}" sibTransId="{922660A2-6714-402E-B831-E8B7C85EAF54}"/>
    <dgm:cxn modelId="{5CA2A950-49AE-4798-94C2-DBE04094CAAB}" type="presOf" srcId="{628B9BFF-A8F5-4B7A-B589-50CDCC96291E}" destId="{A0507AA3-E5C6-4B45-8ECA-14EC577B1C59}" srcOrd="0" destOrd="0" presId="urn:microsoft.com/office/officeart/2018/2/layout/IconVerticalSolidList"/>
    <dgm:cxn modelId="{EFD9B657-E949-47E6-A9E6-2C58489E6065}" type="presOf" srcId="{DDBA153A-42F1-410F-BF69-FF4CFEFD72B0}" destId="{44B4169F-87B1-4628-B91F-E855A2DD7925}" srcOrd="0" destOrd="0" presId="urn:microsoft.com/office/officeart/2018/2/layout/IconVerticalSolidList"/>
    <dgm:cxn modelId="{EFB95498-5800-47F1-93C2-DC4F07B7EF71}" type="presOf" srcId="{9B6AB0F1-57F0-413E-AE82-E6BB7E0AEE15}" destId="{FC2057CC-F70A-4475-9A5C-583482663ADE}" srcOrd="0" destOrd="0" presId="urn:microsoft.com/office/officeart/2018/2/layout/IconVerticalSolidList"/>
    <dgm:cxn modelId="{3D11DADD-7DDC-43C5-B9A7-D4BE5E0D3814}" type="presOf" srcId="{E98BB85F-8493-41C3-9F10-3B3F6278188F}" destId="{76697BF3-BD11-4BB5-8517-E49CBB204B1A}" srcOrd="0" destOrd="0" presId="urn:microsoft.com/office/officeart/2018/2/layout/IconVerticalSolidList"/>
    <dgm:cxn modelId="{5CA5757A-80AE-4894-81B0-4955967AAAC8}" type="presParOf" srcId="{BCF47151-527E-4E65-B81B-9C23F6B0136A}" destId="{059F9E98-7224-45AA-84C2-848A3122CE4B}" srcOrd="0" destOrd="0" presId="urn:microsoft.com/office/officeart/2018/2/layout/IconVerticalSolidList"/>
    <dgm:cxn modelId="{4EB5E0F6-C53D-4132-84CA-619D75C5C4B1}" type="presParOf" srcId="{059F9E98-7224-45AA-84C2-848A3122CE4B}" destId="{9879E85B-099D-4069-A1AC-0794E09F912E}" srcOrd="0" destOrd="0" presId="urn:microsoft.com/office/officeart/2018/2/layout/IconVerticalSolidList"/>
    <dgm:cxn modelId="{8CF7903C-F558-446E-981A-5485950074B7}" type="presParOf" srcId="{059F9E98-7224-45AA-84C2-848A3122CE4B}" destId="{8AF616FB-E915-402F-9A2F-0F116677FCE4}" srcOrd="1" destOrd="0" presId="urn:microsoft.com/office/officeart/2018/2/layout/IconVerticalSolidList"/>
    <dgm:cxn modelId="{57E10319-1EC5-4064-81B1-443DCC1B3F15}" type="presParOf" srcId="{059F9E98-7224-45AA-84C2-848A3122CE4B}" destId="{D0DEA398-6AE1-4B2F-963B-07E78551147D}" srcOrd="2" destOrd="0" presId="urn:microsoft.com/office/officeart/2018/2/layout/IconVerticalSolidList"/>
    <dgm:cxn modelId="{BEC2CB79-24E0-42AB-AE37-A330334303D2}" type="presParOf" srcId="{059F9E98-7224-45AA-84C2-848A3122CE4B}" destId="{A0507AA3-E5C6-4B45-8ECA-14EC577B1C59}" srcOrd="3" destOrd="0" presId="urn:microsoft.com/office/officeart/2018/2/layout/IconVerticalSolidList"/>
    <dgm:cxn modelId="{0439391D-D5A2-4DC0-9376-BD81A0C24DA0}" type="presParOf" srcId="{BCF47151-527E-4E65-B81B-9C23F6B0136A}" destId="{14F30B0D-87A8-4219-87AF-213615753074}" srcOrd="1" destOrd="0" presId="urn:microsoft.com/office/officeart/2018/2/layout/IconVerticalSolidList"/>
    <dgm:cxn modelId="{17AE1A40-3C19-4852-8053-331461626018}" type="presParOf" srcId="{BCF47151-527E-4E65-B81B-9C23F6B0136A}" destId="{93F7248E-1875-422B-AC04-0EE54FCFA948}" srcOrd="2" destOrd="0" presId="urn:microsoft.com/office/officeart/2018/2/layout/IconVerticalSolidList"/>
    <dgm:cxn modelId="{2727989C-A5D3-4C6A-811A-47704E89581C}" type="presParOf" srcId="{93F7248E-1875-422B-AC04-0EE54FCFA948}" destId="{488F964B-1046-4BD9-B18B-3C69FD146FCD}" srcOrd="0" destOrd="0" presId="urn:microsoft.com/office/officeart/2018/2/layout/IconVerticalSolidList"/>
    <dgm:cxn modelId="{537B279C-A446-4694-A023-0FE5E9AAF37D}" type="presParOf" srcId="{93F7248E-1875-422B-AC04-0EE54FCFA948}" destId="{C86A29E0-E314-4857-951F-CC814D9976BB}" srcOrd="1" destOrd="0" presId="urn:microsoft.com/office/officeart/2018/2/layout/IconVerticalSolidList"/>
    <dgm:cxn modelId="{BEAE9A3B-7C36-4E00-B501-1666F4971114}" type="presParOf" srcId="{93F7248E-1875-422B-AC04-0EE54FCFA948}" destId="{890F39E1-D129-46A2-824B-4A5AE6415324}" srcOrd="2" destOrd="0" presId="urn:microsoft.com/office/officeart/2018/2/layout/IconVerticalSolidList"/>
    <dgm:cxn modelId="{D87C0F3D-DB15-4E4B-891D-908C3ADE22B6}" type="presParOf" srcId="{93F7248E-1875-422B-AC04-0EE54FCFA948}" destId="{76697BF3-BD11-4BB5-8517-E49CBB204B1A}" srcOrd="3" destOrd="0" presId="urn:microsoft.com/office/officeart/2018/2/layout/IconVerticalSolidList"/>
    <dgm:cxn modelId="{951EE6C5-6B63-4119-B33C-B51FAD3069CA}" type="presParOf" srcId="{BCF47151-527E-4E65-B81B-9C23F6B0136A}" destId="{3E81BDEB-A05E-40B4-AE99-9947DAE36AC1}" srcOrd="3" destOrd="0" presId="urn:microsoft.com/office/officeart/2018/2/layout/IconVerticalSolidList"/>
    <dgm:cxn modelId="{01B4D286-5FCB-45AA-8B42-42BB3A4F50AF}" type="presParOf" srcId="{BCF47151-527E-4E65-B81B-9C23F6B0136A}" destId="{EFC2DEB9-78AA-43F7-90EE-F9CAD795C5FB}" srcOrd="4" destOrd="0" presId="urn:microsoft.com/office/officeart/2018/2/layout/IconVerticalSolidList"/>
    <dgm:cxn modelId="{59617400-476D-432C-BDA5-53E3941FCE56}" type="presParOf" srcId="{EFC2DEB9-78AA-43F7-90EE-F9CAD795C5FB}" destId="{61FB5256-4D2C-4E17-925B-F9E40B25767A}" srcOrd="0" destOrd="0" presId="urn:microsoft.com/office/officeart/2018/2/layout/IconVerticalSolidList"/>
    <dgm:cxn modelId="{EFEF1ABB-3B3E-4BAF-BA64-633BAA79157E}" type="presParOf" srcId="{EFC2DEB9-78AA-43F7-90EE-F9CAD795C5FB}" destId="{5B1696A6-20CD-4C9B-860F-9C6459DEE714}" srcOrd="1" destOrd="0" presId="urn:microsoft.com/office/officeart/2018/2/layout/IconVerticalSolidList"/>
    <dgm:cxn modelId="{932E7011-DE32-42BC-AA53-748D8EF18EBC}" type="presParOf" srcId="{EFC2DEB9-78AA-43F7-90EE-F9CAD795C5FB}" destId="{ABB0EB16-3473-4CD5-BCDE-B5AEB2DEB646}" srcOrd="2" destOrd="0" presId="urn:microsoft.com/office/officeart/2018/2/layout/IconVerticalSolidList"/>
    <dgm:cxn modelId="{29A627CE-0E7D-43B5-A54C-3237AE7938DB}" type="presParOf" srcId="{EFC2DEB9-78AA-43F7-90EE-F9CAD795C5FB}" destId="{44B4169F-87B1-4628-B91F-E855A2DD7925}" srcOrd="3" destOrd="0" presId="urn:microsoft.com/office/officeart/2018/2/layout/IconVerticalSolidList"/>
    <dgm:cxn modelId="{80984ABE-6E31-4747-9A12-25128BC01CA3}" type="presParOf" srcId="{BCF47151-527E-4E65-B81B-9C23F6B0136A}" destId="{2CE3F5BE-4B43-485B-9906-D98A4D409407}" srcOrd="5" destOrd="0" presId="urn:microsoft.com/office/officeart/2018/2/layout/IconVerticalSolidList"/>
    <dgm:cxn modelId="{8A461029-FD51-4B72-86E4-304B58B49258}" type="presParOf" srcId="{BCF47151-527E-4E65-B81B-9C23F6B0136A}" destId="{9AAF55F9-8A99-49DC-AA6D-80D9C9B98894}" srcOrd="6" destOrd="0" presId="urn:microsoft.com/office/officeart/2018/2/layout/IconVerticalSolidList"/>
    <dgm:cxn modelId="{04179118-2785-4438-A135-D48F35CDE3AF}" type="presParOf" srcId="{9AAF55F9-8A99-49DC-AA6D-80D9C9B98894}" destId="{B8FD437B-8151-4779-91AC-07779F6328F6}" srcOrd="0" destOrd="0" presId="urn:microsoft.com/office/officeart/2018/2/layout/IconVerticalSolidList"/>
    <dgm:cxn modelId="{97B90D63-CF4F-48D7-80C1-D2CFB20D8A5A}" type="presParOf" srcId="{9AAF55F9-8A99-49DC-AA6D-80D9C9B98894}" destId="{F00C3801-A6AE-4276-A45D-7E5776222985}" srcOrd="1" destOrd="0" presId="urn:microsoft.com/office/officeart/2018/2/layout/IconVerticalSolidList"/>
    <dgm:cxn modelId="{9815079B-D0E8-4D87-9ADB-CF59CC8F9D5B}" type="presParOf" srcId="{9AAF55F9-8A99-49DC-AA6D-80D9C9B98894}" destId="{EE4254FE-2647-495B-A997-42D5B72B42D5}" srcOrd="2" destOrd="0" presId="urn:microsoft.com/office/officeart/2018/2/layout/IconVerticalSolidList"/>
    <dgm:cxn modelId="{A8BD4CD5-EEA1-49B9-A546-2F9B9431B5F0}" type="presParOf" srcId="{9AAF55F9-8A99-49DC-AA6D-80D9C9B98894}" destId="{FC2057CC-F70A-4475-9A5C-583482663ADE}" srcOrd="3" destOrd="0" presId="urn:microsoft.com/office/officeart/2018/2/layout/IconVerticalSolidList"/>
    <dgm:cxn modelId="{E3450ACF-9964-40A0-9639-97D45B056141}" type="presParOf" srcId="{BCF47151-527E-4E65-B81B-9C23F6B0136A}" destId="{55B58C42-4D7F-4802-8FB7-6389F00ADFDD}" srcOrd="7" destOrd="0" presId="urn:microsoft.com/office/officeart/2018/2/layout/IconVerticalSolidList"/>
    <dgm:cxn modelId="{935178A0-75D9-4482-91F1-C228480C1F01}" type="presParOf" srcId="{BCF47151-527E-4E65-B81B-9C23F6B0136A}" destId="{700A397C-98FA-4209-9C41-D947D9F6663F}" srcOrd="8" destOrd="0" presId="urn:microsoft.com/office/officeart/2018/2/layout/IconVerticalSolidList"/>
    <dgm:cxn modelId="{6B6FADFF-DD45-4E06-9A1A-512B17F11805}" type="presParOf" srcId="{700A397C-98FA-4209-9C41-D947D9F6663F}" destId="{944BFE8F-35EB-4D17-AD90-210BEC1FF887}" srcOrd="0" destOrd="0" presId="urn:microsoft.com/office/officeart/2018/2/layout/IconVerticalSolidList"/>
    <dgm:cxn modelId="{FCD7E17D-E408-4C77-A676-ECDAE3DC051A}" type="presParOf" srcId="{700A397C-98FA-4209-9C41-D947D9F6663F}" destId="{316F6665-4091-4F9A-9722-915052D3BA6D}" srcOrd="1" destOrd="0" presId="urn:microsoft.com/office/officeart/2018/2/layout/IconVerticalSolidList"/>
    <dgm:cxn modelId="{39A152C2-E88E-4D9F-B44C-EB867167C25B}" type="presParOf" srcId="{700A397C-98FA-4209-9C41-D947D9F6663F}" destId="{14C34044-61D8-4B68-AB35-62A52C161A4B}" srcOrd="2" destOrd="0" presId="urn:microsoft.com/office/officeart/2018/2/layout/IconVerticalSolidList"/>
    <dgm:cxn modelId="{F06D4B0C-A3EC-48CD-9EF0-CE14E7EC0738}" type="presParOf" srcId="{700A397C-98FA-4209-9C41-D947D9F6663F}" destId="{D89EFEC1-701E-402E-85AE-36008A4996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318E8F-EE26-43CE-8D70-5CAA9E9F6D8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6BADBEF-4E75-4862-9443-1E27334CEBF6}">
      <dgm:prSet/>
      <dgm:spPr/>
      <dgm:t>
        <a:bodyPr/>
        <a:lstStyle/>
        <a:p>
          <a:r>
            <a:rPr lang="en-US" b="0" i="0" baseline="0"/>
            <a:t>Encoded categorical columns (league, position, foot).</a:t>
          </a:r>
          <a:endParaRPr lang="en-US"/>
        </a:p>
      </dgm:t>
    </dgm:pt>
    <dgm:pt modelId="{B589E3B7-56C2-4401-B1E8-3290C10897B6}" type="parTrans" cxnId="{21BF66FC-91D1-4F87-8C93-6C945FFA93E6}">
      <dgm:prSet/>
      <dgm:spPr/>
      <dgm:t>
        <a:bodyPr/>
        <a:lstStyle/>
        <a:p>
          <a:endParaRPr lang="en-US"/>
        </a:p>
      </dgm:t>
    </dgm:pt>
    <dgm:pt modelId="{8EB57A1E-492F-4C33-A1C5-BF4DE82C5E04}" type="sibTrans" cxnId="{21BF66FC-91D1-4F87-8C93-6C945FFA93E6}">
      <dgm:prSet/>
      <dgm:spPr/>
      <dgm:t>
        <a:bodyPr/>
        <a:lstStyle/>
        <a:p>
          <a:endParaRPr lang="en-US"/>
        </a:p>
      </dgm:t>
    </dgm:pt>
    <dgm:pt modelId="{FEF1F813-332E-4554-9282-5A7B805D1A4E}">
      <dgm:prSet/>
      <dgm:spPr/>
      <dgm:t>
        <a:bodyPr/>
        <a:lstStyle/>
        <a:p>
          <a:r>
            <a:rPr lang="en-US" b="0" i="0" baseline="0"/>
            <a:t>Scaled numerical features.</a:t>
          </a:r>
          <a:endParaRPr lang="en-US"/>
        </a:p>
      </dgm:t>
    </dgm:pt>
    <dgm:pt modelId="{6911276A-2605-49FF-A5D3-6DC54A53FD76}" type="parTrans" cxnId="{A939F749-F8FA-4C67-A5E5-0AF3063F5019}">
      <dgm:prSet/>
      <dgm:spPr/>
      <dgm:t>
        <a:bodyPr/>
        <a:lstStyle/>
        <a:p>
          <a:endParaRPr lang="en-US"/>
        </a:p>
      </dgm:t>
    </dgm:pt>
    <dgm:pt modelId="{4E23C737-5E6C-40E3-9CC8-BF0B49A2BF2D}" type="sibTrans" cxnId="{A939F749-F8FA-4C67-A5E5-0AF3063F5019}">
      <dgm:prSet/>
      <dgm:spPr/>
      <dgm:t>
        <a:bodyPr/>
        <a:lstStyle/>
        <a:p>
          <a:endParaRPr lang="en-US"/>
        </a:p>
      </dgm:t>
    </dgm:pt>
    <dgm:pt modelId="{1EA55CA1-8CBF-4948-BE55-7DBBC7B19430}">
      <dgm:prSet/>
      <dgm:spPr/>
      <dgm:t>
        <a:bodyPr/>
        <a:lstStyle/>
        <a:p>
          <a:r>
            <a:rPr lang="en-US" b="0" i="0" baseline="0"/>
            <a:t>Derived features: goal rate per minute, pre-transfer minutes, market-value ratios.</a:t>
          </a:r>
          <a:endParaRPr lang="en-US"/>
        </a:p>
      </dgm:t>
    </dgm:pt>
    <dgm:pt modelId="{199DB017-EADA-409D-B097-C7CB7E225756}" type="parTrans" cxnId="{0C3ADE8A-77CC-4733-9266-9CC6B175E4DE}">
      <dgm:prSet/>
      <dgm:spPr/>
      <dgm:t>
        <a:bodyPr/>
        <a:lstStyle/>
        <a:p>
          <a:endParaRPr lang="en-US"/>
        </a:p>
      </dgm:t>
    </dgm:pt>
    <dgm:pt modelId="{0AA0F814-5010-459D-990B-7116D0F57876}" type="sibTrans" cxnId="{0C3ADE8A-77CC-4733-9266-9CC6B175E4DE}">
      <dgm:prSet/>
      <dgm:spPr/>
      <dgm:t>
        <a:bodyPr/>
        <a:lstStyle/>
        <a:p>
          <a:endParaRPr lang="en-US"/>
        </a:p>
      </dgm:t>
    </dgm:pt>
    <dgm:pt modelId="{59E93343-4F04-4170-85C9-5685C71415E8}">
      <dgm:prSet/>
      <dgm:spPr/>
      <dgm:t>
        <a:bodyPr/>
        <a:lstStyle/>
        <a:p>
          <a:r>
            <a:rPr lang="en-US" b="0" i="0" baseline="0" dirty="0"/>
            <a:t>Dropped IDs and redundant columns.</a:t>
          </a:r>
          <a:endParaRPr lang="en-US" dirty="0"/>
        </a:p>
      </dgm:t>
    </dgm:pt>
    <dgm:pt modelId="{E063E910-04DB-42AE-AB30-4A3B59AF9FB6}" type="parTrans" cxnId="{898C10A2-2A89-43DA-81F2-E4BAF530A970}">
      <dgm:prSet/>
      <dgm:spPr/>
      <dgm:t>
        <a:bodyPr/>
        <a:lstStyle/>
        <a:p>
          <a:endParaRPr lang="en-US"/>
        </a:p>
      </dgm:t>
    </dgm:pt>
    <dgm:pt modelId="{6DDBD1B0-DB3E-435B-9853-20B94E3A7F3B}" type="sibTrans" cxnId="{898C10A2-2A89-43DA-81F2-E4BAF530A970}">
      <dgm:prSet/>
      <dgm:spPr/>
      <dgm:t>
        <a:bodyPr/>
        <a:lstStyle/>
        <a:p>
          <a:endParaRPr lang="en-US"/>
        </a:p>
      </dgm:t>
    </dgm:pt>
    <dgm:pt modelId="{76B41D39-41E1-4FEC-AB8A-87E9F4CF76FF}" type="pres">
      <dgm:prSet presAssocID="{47318E8F-EE26-43CE-8D70-5CAA9E9F6D81}" presName="outerComposite" presStyleCnt="0">
        <dgm:presLayoutVars>
          <dgm:chMax val="5"/>
          <dgm:dir/>
          <dgm:resizeHandles val="exact"/>
        </dgm:presLayoutVars>
      </dgm:prSet>
      <dgm:spPr/>
    </dgm:pt>
    <dgm:pt modelId="{442636B0-0462-4091-A103-C10F4284D9A1}" type="pres">
      <dgm:prSet presAssocID="{47318E8F-EE26-43CE-8D70-5CAA9E9F6D81}" presName="dummyMaxCanvas" presStyleCnt="0">
        <dgm:presLayoutVars/>
      </dgm:prSet>
      <dgm:spPr/>
    </dgm:pt>
    <dgm:pt modelId="{79150B91-0A1D-4863-9F6C-AF2698E2F8D2}" type="pres">
      <dgm:prSet presAssocID="{47318E8F-EE26-43CE-8D70-5CAA9E9F6D81}" presName="FourNodes_1" presStyleLbl="node1" presStyleIdx="0" presStyleCnt="4">
        <dgm:presLayoutVars>
          <dgm:bulletEnabled val="1"/>
        </dgm:presLayoutVars>
      </dgm:prSet>
      <dgm:spPr/>
    </dgm:pt>
    <dgm:pt modelId="{B086A5C6-B283-4695-9855-3F29117D90F2}" type="pres">
      <dgm:prSet presAssocID="{47318E8F-EE26-43CE-8D70-5CAA9E9F6D81}" presName="FourNodes_2" presStyleLbl="node1" presStyleIdx="1" presStyleCnt="4">
        <dgm:presLayoutVars>
          <dgm:bulletEnabled val="1"/>
        </dgm:presLayoutVars>
      </dgm:prSet>
      <dgm:spPr/>
    </dgm:pt>
    <dgm:pt modelId="{9F68E965-356C-4408-93E7-2857895B038F}" type="pres">
      <dgm:prSet presAssocID="{47318E8F-EE26-43CE-8D70-5CAA9E9F6D81}" presName="FourNodes_3" presStyleLbl="node1" presStyleIdx="2" presStyleCnt="4">
        <dgm:presLayoutVars>
          <dgm:bulletEnabled val="1"/>
        </dgm:presLayoutVars>
      </dgm:prSet>
      <dgm:spPr/>
    </dgm:pt>
    <dgm:pt modelId="{E6FC589F-5C90-482B-B835-EF9BF76DF0B3}" type="pres">
      <dgm:prSet presAssocID="{47318E8F-EE26-43CE-8D70-5CAA9E9F6D81}" presName="FourNodes_4" presStyleLbl="node1" presStyleIdx="3" presStyleCnt="4">
        <dgm:presLayoutVars>
          <dgm:bulletEnabled val="1"/>
        </dgm:presLayoutVars>
      </dgm:prSet>
      <dgm:spPr/>
    </dgm:pt>
    <dgm:pt modelId="{FDC002A8-B259-48CE-9A7A-C800E6831F6A}" type="pres">
      <dgm:prSet presAssocID="{47318E8F-EE26-43CE-8D70-5CAA9E9F6D81}" presName="FourConn_1-2" presStyleLbl="fgAccFollowNode1" presStyleIdx="0" presStyleCnt="3">
        <dgm:presLayoutVars>
          <dgm:bulletEnabled val="1"/>
        </dgm:presLayoutVars>
      </dgm:prSet>
      <dgm:spPr/>
    </dgm:pt>
    <dgm:pt modelId="{9247D93A-5D23-407D-B08F-BBD2EC8A18A9}" type="pres">
      <dgm:prSet presAssocID="{47318E8F-EE26-43CE-8D70-5CAA9E9F6D81}" presName="FourConn_2-3" presStyleLbl="fgAccFollowNode1" presStyleIdx="1" presStyleCnt="3">
        <dgm:presLayoutVars>
          <dgm:bulletEnabled val="1"/>
        </dgm:presLayoutVars>
      </dgm:prSet>
      <dgm:spPr/>
    </dgm:pt>
    <dgm:pt modelId="{DECEA33A-C987-49D3-87D9-EC137A484B85}" type="pres">
      <dgm:prSet presAssocID="{47318E8F-EE26-43CE-8D70-5CAA9E9F6D81}" presName="FourConn_3-4" presStyleLbl="fgAccFollowNode1" presStyleIdx="2" presStyleCnt="3">
        <dgm:presLayoutVars>
          <dgm:bulletEnabled val="1"/>
        </dgm:presLayoutVars>
      </dgm:prSet>
      <dgm:spPr/>
    </dgm:pt>
    <dgm:pt modelId="{A272D9E5-EFDF-41F2-BDCB-F59BE0B0A078}" type="pres">
      <dgm:prSet presAssocID="{47318E8F-EE26-43CE-8D70-5CAA9E9F6D81}" presName="FourNodes_1_text" presStyleLbl="node1" presStyleIdx="3" presStyleCnt="4">
        <dgm:presLayoutVars>
          <dgm:bulletEnabled val="1"/>
        </dgm:presLayoutVars>
      </dgm:prSet>
      <dgm:spPr/>
    </dgm:pt>
    <dgm:pt modelId="{DDC1B2FE-E00F-4A4F-88BB-5D6C2A4768AF}" type="pres">
      <dgm:prSet presAssocID="{47318E8F-EE26-43CE-8D70-5CAA9E9F6D81}" presName="FourNodes_2_text" presStyleLbl="node1" presStyleIdx="3" presStyleCnt="4">
        <dgm:presLayoutVars>
          <dgm:bulletEnabled val="1"/>
        </dgm:presLayoutVars>
      </dgm:prSet>
      <dgm:spPr/>
    </dgm:pt>
    <dgm:pt modelId="{5160986E-36D7-4049-8B8D-F9AF007EC5BE}" type="pres">
      <dgm:prSet presAssocID="{47318E8F-EE26-43CE-8D70-5CAA9E9F6D81}" presName="FourNodes_3_text" presStyleLbl="node1" presStyleIdx="3" presStyleCnt="4">
        <dgm:presLayoutVars>
          <dgm:bulletEnabled val="1"/>
        </dgm:presLayoutVars>
      </dgm:prSet>
      <dgm:spPr/>
    </dgm:pt>
    <dgm:pt modelId="{ABBBBE3C-7B4A-4907-B515-181981730FB7}" type="pres">
      <dgm:prSet presAssocID="{47318E8F-EE26-43CE-8D70-5CAA9E9F6D8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B901909-6383-4C6B-9FE9-C34B9D886DEB}" type="presOf" srcId="{FEF1F813-332E-4554-9282-5A7B805D1A4E}" destId="{DDC1B2FE-E00F-4A4F-88BB-5D6C2A4768AF}" srcOrd="1" destOrd="0" presId="urn:microsoft.com/office/officeart/2005/8/layout/vProcess5"/>
    <dgm:cxn modelId="{8D29061F-F4DF-4668-B382-E05113147BE9}" type="presOf" srcId="{59E93343-4F04-4170-85C9-5685C71415E8}" destId="{E6FC589F-5C90-482B-B835-EF9BF76DF0B3}" srcOrd="0" destOrd="0" presId="urn:microsoft.com/office/officeart/2005/8/layout/vProcess5"/>
    <dgm:cxn modelId="{07EF1125-BE65-4E45-A3A4-36DFD1248731}" type="presOf" srcId="{26BADBEF-4E75-4862-9443-1E27334CEBF6}" destId="{A272D9E5-EFDF-41F2-BDCB-F59BE0B0A078}" srcOrd="1" destOrd="0" presId="urn:microsoft.com/office/officeart/2005/8/layout/vProcess5"/>
    <dgm:cxn modelId="{2D9F7539-C57E-475B-AF1D-41F7BC704D79}" type="presOf" srcId="{4E23C737-5E6C-40E3-9CC8-BF0B49A2BF2D}" destId="{9247D93A-5D23-407D-B08F-BBD2EC8A18A9}" srcOrd="0" destOrd="0" presId="urn:microsoft.com/office/officeart/2005/8/layout/vProcess5"/>
    <dgm:cxn modelId="{145BD75F-4C2A-4F3F-AB8A-449B4EC610C2}" type="presOf" srcId="{47318E8F-EE26-43CE-8D70-5CAA9E9F6D81}" destId="{76B41D39-41E1-4FEC-AB8A-87E9F4CF76FF}" srcOrd="0" destOrd="0" presId="urn:microsoft.com/office/officeart/2005/8/layout/vProcess5"/>
    <dgm:cxn modelId="{519DD765-CF37-4EC5-A8A4-9D6DD8B067E3}" type="presOf" srcId="{26BADBEF-4E75-4862-9443-1E27334CEBF6}" destId="{79150B91-0A1D-4863-9F6C-AF2698E2F8D2}" srcOrd="0" destOrd="0" presId="urn:microsoft.com/office/officeart/2005/8/layout/vProcess5"/>
    <dgm:cxn modelId="{A939F749-F8FA-4C67-A5E5-0AF3063F5019}" srcId="{47318E8F-EE26-43CE-8D70-5CAA9E9F6D81}" destId="{FEF1F813-332E-4554-9282-5A7B805D1A4E}" srcOrd="1" destOrd="0" parTransId="{6911276A-2605-49FF-A5D3-6DC54A53FD76}" sibTransId="{4E23C737-5E6C-40E3-9CC8-BF0B49A2BF2D}"/>
    <dgm:cxn modelId="{D0F0237C-2EA9-4565-BF18-31670198B2ED}" type="presOf" srcId="{59E93343-4F04-4170-85C9-5685C71415E8}" destId="{ABBBBE3C-7B4A-4907-B515-181981730FB7}" srcOrd="1" destOrd="0" presId="urn:microsoft.com/office/officeart/2005/8/layout/vProcess5"/>
    <dgm:cxn modelId="{6BCDC37F-8DAB-4340-B0AA-99E38C96B6FF}" type="presOf" srcId="{1EA55CA1-8CBF-4948-BE55-7DBBC7B19430}" destId="{5160986E-36D7-4049-8B8D-F9AF007EC5BE}" srcOrd="1" destOrd="0" presId="urn:microsoft.com/office/officeart/2005/8/layout/vProcess5"/>
    <dgm:cxn modelId="{0C3ADE8A-77CC-4733-9266-9CC6B175E4DE}" srcId="{47318E8F-EE26-43CE-8D70-5CAA9E9F6D81}" destId="{1EA55CA1-8CBF-4948-BE55-7DBBC7B19430}" srcOrd="2" destOrd="0" parTransId="{199DB017-EADA-409D-B097-C7CB7E225756}" sibTransId="{0AA0F814-5010-459D-990B-7116D0F57876}"/>
    <dgm:cxn modelId="{898C10A2-2A89-43DA-81F2-E4BAF530A970}" srcId="{47318E8F-EE26-43CE-8D70-5CAA9E9F6D81}" destId="{59E93343-4F04-4170-85C9-5685C71415E8}" srcOrd="3" destOrd="0" parTransId="{E063E910-04DB-42AE-AB30-4A3B59AF9FB6}" sibTransId="{6DDBD1B0-DB3E-435B-9853-20B94E3A7F3B}"/>
    <dgm:cxn modelId="{E46C45D8-6FFE-4FEE-A19A-522CF61E97DA}" type="presOf" srcId="{FEF1F813-332E-4554-9282-5A7B805D1A4E}" destId="{B086A5C6-B283-4695-9855-3F29117D90F2}" srcOrd="0" destOrd="0" presId="urn:microsoft.com/office/officeart/2005/8/layout/vProcess5"/>
    <dgm:cxn modelId="{361082DD-98D3-4C10-A558-405BDC7A669D}" type="presOf" srcId="{1EA55CA1-8CBF-4948-BE55-7DBBC7B19430}" destId="{9F68E965-356C-4408-93E7-2857895B038F}" srcOrd="0" destOrd="0" presId="urn:microsoft.com/office/officeart/2005/8/layout/vProcess5"/>
    <dgm:cxn modelId="{33726FF6-2E4D-4AF2-B497-DB55D19C86D0}" type="presOf" srcId="{0AA0F814-5010-459D-990B-7116D0F57876}" destId="{DECEA33A-C987-49D3-87D9-EC137A484B85}" srcOrd="0" destOrd="0" presId="urn:microsoft.com/office/officeart/2005/8/layout/vProcess5"/>
    <dgm:cxn modelId="{89B9DCFA-BEF1-4C68-BD3F-01E2960660BF}" type="presOf" srcId="{8EB57A1E-492F-4C33-A1C5-BF4DE82C5E04}" destId="{FDC002A8-B259-48CE-9A7A-C800E6831F6A}" srcOrd="0" destOrd="0" presId="urn:microsoft.com/office/officeart/2005/8/layout/vProcess5"/>
    <dgm:cxn modelId="{21BF66FC-91D1-4F87-8C93-6C945FFA93E6}" srcId="{47318E8F-EE26-43CE-8D70-5CAA9E9F6D81}" destId="{26BADBEF-4E75-4862-9443-1E27334CEBF6}" srcOrd="0" destOrd="0" parTransId="{B589E3B7-56C2-4401-B1E8-3290C10897B6}" sibTransId="{8EB57A1E-492F-4C33-A1C5-BF4DE82C5E04}"/>
    <dgm:cxn modelId="{86FE0320-4457-4A0E-A00A-E4BD3F4E1BFD}" type="presParOf" srcId="{76B41D39-41E1-4FEC-AB8A-87E9F4CF76FF}" destId="{442636B0-0462-4091-A103-C10F4284D9A1}" srcOrd="0" destOrd="0" presId="urn:microsoft.com/office/officeart/2005/8/layout/vProcess5"/>
    <dgm:cxn modelId="{5AE7872B-4F41-49A5-83BC-FF815E2F3F57}" type="presParOf" srcId="{76B41D39-41E1-4FEC-AB8A-87E9F4CF76FF}" destId="{79150B91-0A1D-4863-9F6C-AF2698E2F8D2}" srcOrd="1" destOrd="0" presId="urn:microsoft.com/office/officeart/2005/8/layout/vProcess5"/>
    <dgm:cxn modelId="{3A4BD62F-5688-420F-8F9C-862C05F14DE3}" type="presParOf" srcId="{76B41D39-41E1-4FEC-AB8A-87E9F4CF76FF}" destId="{B086A5C6-B283-4695-9855-3F29117D90F2}" srcOrd="2" destOrd="0" presId="urn:microsoft.com/office/officeart/2005/8/layout/vProcess5"/>
    <dgm:cxn modelId="{E9EB5AEA-E006-4F20-BBE1-EF1A9E770100}" type="presParOf" srcId="{76B41D39-41E1-4FEC-AB8A-87E9F4CF76FF}" destId="{9F68E965-356C-4408-93E7-2857895B038F}" srcOrd="3" destOrd="0" presId="urn:microsoft.com/office/officeart/2005/8/layout/vProcess5"/>
    <dgm:cxn modelId="{7B2E61E6-FD29-4405-AA81-3B6914F097E2}" type="presParOf" srcId="{76B41D39-41E1-4FEC-AB8A-87E9F4CF76FF}" destId="{E6FC589F-5C90-482B-B835-EF9BF76DF0B3}" srcOrd="4" destOrd="0" presId="urn:microsoft.com/office/officeart/2005/8/layout/vProcess5"/>
    <dgm:cxn modelId="{A5B4D72A-597D-4D9E-978B-56C1061B31A1}" type="presParOf" srcId="{76B41D39-41E1-4FEC-AB8A-87E9F4CF76FF}" destId="{FDC002A8-B259-48CE-9A7A-C800E6831F6A}" srcOrd="5" destOrd="0" presId="urn:microsoft.com/office/officeart/2005/8/layout/vProcess5"/>
    <dgm:cxn modelId="{7E18A11F-9FAD-49BC-8720-F7DCEBCE40D4}" type="presParOf" srcId="{76B41D39-41E1-4FEC-AB8A-87E9F4CF76FF}" destId="{9247D93A-5D23-407D-B08F-BBD2EC8A18A9}" srcOrd="6" destOrd="0" presId="urn:microsoft.com/office/officeart/2005/8/layout/vProcess5"/>
    <dgm:cxn modelId="{995E2BDC-6DCB-4091-84DE-8FD210B97E04}" type="presParOf" srcId="{76B41D39-41E1-4FEC-AB8A-87E9F4CF76FF}" destId="{DECEA33A-C987-49D3-87D9-EC137A484B85}" srcOrd="7" destOrd="0" presId="urn:microsoft.com/office/officeart/2005/8/layout/vProcess5"/>
    <dgm:cxn modelId="{6DC7A4C8-9393-42A0-8150-E115232C649C}" type="presParOf" srcId="{76B41D39-41E1-4FEC-AB8A-87E9F4CF76FF}" destId="{A272D9E5-EFDF-41F2-BDCB-F59BE0B0A078}" srcOrd="8" destOrd="0" presId="urn:microsoft.com/office/officeart/2005/8/layout/vProcess5"/>
    <dgm:cxn modelId="{69F96B02-8A84-47DB-A305-24A7685E3269}" type="presParOf" srcId="{76B41D39-41E1-4FEC-AB8A-87E9F4CF76FF}" destId="{DDC1B2FE-E00F-4A4F-88BB-5D6C2A4768AF}" srcOrd="9" destOrd="0" presId="urn:microsoft.com/office/officeart/2005/8/layout/vProcess5"/>
    <dgm:cxn modelId="{154A3AC1-C221-4D93-B7C2-4E4FF5B72F12}" type="presParOf" srcId="{76B41D39-41E1-4FEC-AB8A-87E9F4CF76FF}" destId="{5160986E-36D7-4049-8B8D-F9AF007EC5BE}" srcOrd="10" destOrd="0" presId="urn:microsoft.com/office/officeart/2005/8/layout/vProcess5"/>
    <dgm:cxn modelId="{10A5A127-4C29-4C0C-8655-29492E968F49}" type="presParOf" srcId="{76B41D39-41E1-4FEC-AB8A-87E9F4CF76FF}" destId="{ABBBBE3C-7B4A-4907-B515-181981730FB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2B4A20-D7B0-461F-BC35-D1AEBF65ABB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3F9C985-3E6E-4256-8DBE-ED0F10EE7195}">
      <dgm:prSet/>
      <dgm:spPr/>
      <dgm:t>
        <a:bodyPr/>
        <a:lstStyle/>
        <a:p>
          <a:r>
            <a:rPr lang="en-US" i="1" u="sng"/>
            <a:t>Final Performance on Test Data</a:t>
          </a:r>
          <a:endParaRPr lang="en-US"/>
        </a:p>
      </dgm:t>
    </dgm:pt>
    <dgm:pt modelId="{B0A53F0A-7DA6-44BB-952C-B73061A80073}" type="parTrans" cxnId="{31619E8F-51DC-43AD-983C-CBE785BF3975}">
      <dgm:prSet/>
      <dgm:spPr/>
      <dgm:t>
        <a:bodyPr/>
        <a:lstStyle/>
        <a:p>
          <a:endParaRPr lang="en-US"/>
        </a:p>
      </dgm:t>
    </dgm:pt>
    <dgm:pt modelId="{06C7F32D-CE8E-41C3-94D6-DB05E098D8C9}" type="sibTrans" cxnId="{31619E8F-51DC-43AD-983C-CBE785BF3975}">
      <dgm:prSet/>
      <dgm:spPr/>
      <dgm:t>
        <a:bodyPr/>
        <a:lstStyle/>
        <a:p>
          <a:endParaRPr lang="en-US"/>
        </a:p>
      </dgm:t>
    </dgm:pt>
    <dgm:pt modelId="{A2E4D590-585B-44C3-BAC5-1CEC19AA782D}">
      <dgm:prSet/>
      <dgm:spPr/>
      <dgm:t>
        <a:bodyPr/>
        <a:lstStyle/>
        <a:p>
          <a:r>
            <a:rPr lang="en-US" dirty="0"/>
            <a:t>Accuracy = 0.72, </a:t>
          </a:r>
        </a:p>
        <a:p>
          <a:r>
            <a:rPr lang="en-US" dirty="0"/>
            <a:t>ROC-AUC = 0.76,</a:t>
          </a:r>
        </a:p>
        <a:p>
          <a:r>
            <a:rPr lang="en-US" dirty="0"/>
            <a:t> F1 = 0.59 </a:t>
          </a:r>
        </a:p>
        <a:p>
          <a:r>
            <a:rPr lang="en-US" dirty="0"/>
            <a:t>(for Decline class)</a:t>
          </a:r>
        </a:p>
      </dgm:t>
    </dgm:pt>
    <dgm:pt modelId="{F4B962B2-C8E8-4226-899A-9DEAE4A97EE3}" type="parTrans" cxnId="{8E362EA3-EBB3-4E65-A28F-DB6967FFFFB4}">
      <dgm:prSet/>
      <dgm:spPr/>
      <dgm:t>
        <a:bodyPr/>
        <a:lstStyle/>
        <a:p>
          <a:endParaRPr lang="en-US"/>
        </a:p>
      </dgm:t>
    </dgm:pt>
    <dgm:pt modelId="{1439113C-3B87-41FD-B5D2-ED01D772227E}" type="sibTrans" cxnId="{8E362EA3-EBB3-4E65-A28F-DB6967FFFFB4}">
      <dgm:prSet/>
      <dgm:spPr/>
      <dgm:t>
        <a:bodyPr/>
        <a:lstStyle/>
        <a:p>
          <a:endParaRPr lang="en-US"/>
        </a:p>
      </dgm:t>
    </dgm:pt>
    <dgm:pt modelId="{ACCE0BE4-9A66-460E-9CF3-CCB5D0BEAC9A}">
      <dgm:prSet/>
      <dgm:spPr/>
      <dgm:t>
        <a:bodyPr/>
        <a:lstStyle/>
        <a:p>
          <a:r>
            <a:rPr lang="en-US" dirty="0"/>
            <a:t>Confusion Matrix → heatmap image</a:t>
          </a:r>
        </a:p>
      </dgm:t>
    </dgm:pt>
    <dgm:pt modelId="{5204300F-FFA1-4DBD-ACAC-6AB20987F4CE}" type="parTrans" cxnId="{E984AC10-7462-4F6B-842E-50DFE6466BBF}">
      <dgm:prSet/>
      <dgm:spPr/>
      <dgm:t>
        <a:bodyPr/>
        <a:lstStyle/>
        <a:p>
          <a:endParaRPr lang="en-US"/>
        </a:p>
      </dgm:t>
    </dgm:pt>
    <dgm:pt modelId="{C2F39CD6-5316-4BC1-B60E-F79664C1AA56}" type="sibTrans" cxnId="{E984AC10-7462-4F6B-842E-50DFE6466BBF}">
      <dgm:prSet/>
      <dgm:spPr/>
      <dgm:t>
        <a:bodyPr/>
        <a:lstStyle/>
        <a:p>
          <a:endParaRPr lang="en-US"/>
        </a:p>
      </dgm:t>
    </dgm:pt>
    <dgm:pt modelId="{132CC79E-E33F-4782-AEBA-B99D6B408E7B}">
      <dgm:prSet/>
      <dgm:spPr/>
      <dgm:t>
        <a:bodyPr/>
        <a:lstStyle/>
        <a:p>
          <a:r>
            <a:rPr lang="en-US" dirty="0"/>
            <a:t>ROC Curve</a:t>
          </a:r>
        </a:p>
      </dgm:t>
    </dgm:pt>
    <dgm:pt modelId="{7DD723E7-087E-4F5A-802E-C3C8DE2C7A06}" type="parTrans" cxnId="{E9DE3836-C8BD-4619-A5A6-9726E1587E3F}">
      <dgm:prSet/>
      <dgm:spPr/>
      <dgm:t>
        <a:bodyPr/>
        <a:lstStyle/>
        <a:p>
          <a:endParaRPr lang="en-US"/>
        </a:p>
      </dgm:t>
    </dgm:pt>
    <dgm:pt modelId="{97037E85-3C3D-4828-9DA9-9EDFDA4D0C2E}" type="sibTrans" cxnId="{E9DE3836-C8BD-4619-A5A6-9726E1587E3F}">
      <dgm:prSet/>
      <dgm:spPr/>
      <dgm:t>
        <a:bodyPr/>
        <a:lstStyle/>
        <a:p>
          <a:endParaRPr lang="en-US"/>
        </a:p>
      </dgm:t>
    </dgm:pt>
    <dgm:pt modelId="{45F9225F-6F85-4074-B2DF-9DF13D07D46D}">
      <dgm:prSet/>
      <dgm:spPr/>
      <dgm:t>
        <a:bodyPr/>
        <a:lstStyle/>
        <a:p>
          <a:r>
            <a:rPr lang="en-US"/>
            <a:t>Balanced Precision/Recall between classes.</a:t>
          </a:r>
        </a:p>
      </dgm:t>
    </dgm:pt>
    <dgm:pt modelId="{84358D47-6589-4280-8D82-DC4A953ABD68}" type="parTrans" cxnId="{FF98E583-2B00-4789-8283-6732A82C44FC}">
      <dgm:prSet/>
      <dgm:spPr/>
      <dgm:t>
        <a:bodyPr/>
        <a:lstStyle/>
        <a:p>
          <a:endParaRPr lang="en-US"/>
        </a:p>
      </dgm:t>
    </dgm:pt>
    <dgm:pt modelId="{485B4555-58CE-4F10-B75D-31508422F0B7}" type="sibTrans" cxnId="{FF98E583-2B00-4789-8283-6732A82C44FC}">
      <dgm:prSet/>
      <dgm:spPr/>
      <dgm:t>
        <a:bodyPr/>
        <a:lstStyle/>
        <a:p>
          <a:endParaRPr lang="en-US"/>
        </a:p>
      </dgm:t>
    </dgm:pt>
    <dgm:pt modelId="{6235AABC-3839-4CD9-88B2-7FAEDD8DE70B}" type="pres">
      <dgm:prSet presAssocID="{522B4A20-D7B0-461F-BC35-D1AEBF65ABB6}" presName="root" presStyleCnt="0">
        <dgm:presLayoutVars>
          <dgm:dir/>
          <dgm:resizeHandles val="exact"/>
        </dgm:presLayoutVars>
      </dgm:prSet>
      <dgm:spPr/>
    </dgm:pt>
    <dgm:pt modelId="{736D6F44-98B7-4AE4-AF24-3CAFF1624621}" type="pres">
      <dgm:prSet presAssocID="{33F9C985-3E6E-4256-8DBE-ED0F10EE7195}" presName="compNode" presStyleCnt="0"/>
      <dgm:spPr/>
    </dgm:pt>
    <dgm:pt modelId="{A2AAC037-A929-4A73-8A92-DAA068BD6C43}" type="pres">
      <dgm:prSet presAssocID="{33F9C985-3E6E-4256-8DBE-ED0F10EE7195}" presName="bgRect" presStyleLbl="bgShp" presStyleIdx="0" presStyleCnt="5"/>
      <dgm:spPr/>
    </dgm:pt>
    <dgm:pt modelId="{8F7A7557-B831-4337-BD7F-A303A6EF5322}" type="pres">
      <dgm:prSet presAssocID="{33F9C985-3E6E-4256-8DBE-ED0F10EE719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CF167EA-2B5A-447A-B7B1-13E7724982D1}" type="pres">
      <dgm:prSet presAssocID="{33F9C985-3E6E-4256-8DBE-ED0F10EE7195}" presName="spaceRect" presStyleCnt="0"/>
      <dgm:spPr/>
    </dgm:pt>
    <dgm:pt modelId="{9227FACB-C0CC-499E-A6AE-40C7F97E6AED}" type="pres">
      <dgm:prSet presAssocID="{33F9C985-3E6E-4256-8DBE-ED0F10EE7195}" presName="parTx" presStyleLbl="revTx" presStyleIdx="0" presStyleCnt="5">
        <dgm:presLayoutVars>
          <dgm:chMax val="0"/>
          <dgm:chPref val="0"/>
        </dgm:presLayoutVars>
      </dgm:prSet>
      <dgm:spPr/>
    </dgm:pt>
    <dgm:pt modelId="{2B27EEB6-D87C-4F20-A37E-7D76FE38C437}" type="pres">
      <dgm:prSet presAssocID="{06C7F32D-CE8E-41C3-94D6-DB05E098D8C9}" presName="sibTrans" presStyleCnt="0"/>
      <dgm:spPr/>
    </dgm:pt>
    <dgm:pt modelId="{3E8CB6DA-84A7-40B3-B571-87BC727C8E02}" type="pres">
      <dgm:prSet presAssocID="{A2E4D590-585B-44C3-BAC5-1CEC19AA782D}" presName="compNode" presStyleCnt="0"/>
      <dgm:spPr/>
    </dgm:pt>
    <dgm:pt modelId="{8D1B9E53-E051-49F1-BF9B-19D0F52FAD70}" type="pres">
      <dgm:prSet presAssocID="{A2E4D590-585B-44C3-BAC5-1CEC19AA782D}" presName="bgRect" presStyleLbl="bgShp" presStyleIdx="1" presStyleCnt="5" custScaleY="211594"/>
      <dgm:spPr/>
    </dgm:pt>
    <dgm:pt modelId="{F2DE4D42-71EB-4084-9E62-1B8994BD45F3}" type="pres">
      <dgm:prSet presAssocID="{A2E4D590-585B-44C3-BAC5-1CEC19AA782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A3F4BEB-754A-42A9-BC88-9888D94B9ADF}" type="pres">
      <dgm:prSet presAssocID="{A2E4D590-585B-44C3-BAC5-1CEC19AA782D}" presName="spaceRect" presStyleCnt="0"/>
      <dgm:spPr/>
    </dgm:pt>
    <dgm:pt modelId="{39CC69BE-8B83-46DE-AFC4-722A6C313D33}" type="pres">
      <dgm:prSet presAssocID="{A2E4D590-585B-44C3-BAC5-1CEC19AA782D}" presName="parTx" presStyleLbl="revTx" presStyleIdx="1" presStyleCnt="5" custScaleY="239386">
        <dgm:presLayoutVars>
          <dgm:chMax val="0"/>
          <dgm:chPref val="0"/>
        </dgm:presLayoutVars>
      </dgm:prSet>
      <dgm:spPr/>
    </dgm:pt>
    <dgm:pt modelId="{330A25D7-6BF3-4CA4-881A-ED3CE7C6386E}" type="pres">
      <dgm:prSet presAssocID="{1439113C-3B87-41FD-B5D2-ED01D772227E}" presName="sibTrans" presStyleCnt="0"/>
      <dgm:spPr/>
    </dgm:pt>
    <dgm:pt modelId="{25F70A8E-11E1-461D-AD58-CAAE0C464DE5}" type="pres">
      <dgm:prSet presAssocID="{ACCE0BE4-9A66-460E-9CF3-CCB5D0BEAC9A}" presName="compNode" presStyleCnt="0"/>
      <dgm:spPr/>
    </dgm:pt>
    <dgm:pt modelId="{4AE5731A-7BB6-4695-A210-FC98BF37C4AE}" type="pres">
      <dgm:prSet presAssocID="{ACCE0BE4-9A66-460E-9CF3-CCB5D0BEAC9A}" presName="bgRect" presStyleLbl="bgShp" presStyleIdx="2" presStyleCnt="5"/>
      <dgm:spPr/>
    </dgm:pt>
    <dgm:pt modelId="{7387D2BD-C1CA-41EF-BEFB-D8DF03834F18}" type="pres">
      <dgm:prSet presAssocID="{ACCE0BE4-9A66-460E-9CF3-CCB5D0BEAC9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oker Hat"/>
        </a:ext>
      </dgm:extLst>
    </dgm:pt>
    <dgm:pt modelId="{C79EF8E9-CE87-42EE-90CE-A93839950C1F}" type="pres">
      <dgm:prSet presAssocID="{ACCE0BE4-9A66-460E-9CF3-CCB5D0BEAC9A}" presName="spaceRect" presStyleCnt="0"/>
      <dgm:spPr/>
    </dgm:pt>
    <dgm:pt modelId="{AE632909-2E74-46CB-AB82-A8A23CE68213}" type="pres">
      <dgm:prSet presAssocID="{ACCE0BE4-9A66-460E-9CF3-CCB5D0BEAC9A}" presName="parTx" presStyleLbl="revTx" presStyleIdx="2" presStyleCnt="5">
        <dgm:presLayoutVars>
          <dgm:chMax val="0"/>
          <dgm:chPref val="0"/>
        </dgm:presLayoutVars>
      </dgm:prSet>
      <dgm:spPr/>
    </dgm:pt>
    <dgm:pt modelId="{32E92A8A-C2C7-43C4-8AC0-34095A64DB17}" type="pres">
      <dgm:prSet presAssocID="{C2F39CD6-5316-4BC1-B60E-F79664C1AA56}" presName="sibTrans" presStyleCnt="0"/>
      <dgm:spPr/>
    </dgm:pt>
    <dgm:pt modelId="{DFF0B89C-5316-4583-BF39-639949D6FF19}" type="pres">
      <dgm:prSet presAssocID="{132CC79E-E33F-4782-AEBA-B99D6B408E7B}" presName="compNode" presStyleCnt="0"/>
      <dgm:spPr/>
    </dgm:pt>
    <dgm:pt modelId="{ABD89449-89C8-44EF-9D09-FA4F241D100C}" type="pres">
      <dgm:prSet presAssocID="{132CC79E-E33F-4782-AEBA-B99D6B408E7B}" presName="bgRect" presStyleLbl="bgShp" presStyleIdx="3" presStyleCnt="5"/>
      <dgm:spPr/>
    </dgm:pt>
    <dgm:pt modelId="{CF7F5752-A18D-43C3-AF0A-455DF90B830A}" type="pres">
      <dgm:prSet presAssocID="{132CC79E-E33F-4782-AEBA-B99D6B408E7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1645A228-F50F-4F49-8677-7D72A46DB12C}" type="pres">
      <dgm:prSet presAssocID="{132CC79E-E33F-4782-AEBA-B99D6B408E7B}" presName="spaceRect" presStyleCnt="0"/>
      <dgm:spPr/>
    </dgm:pt>
    <dgm:pt modelId="{AAE9FC2D-B90C-4AD0-9BCA-D2E80BD1A24F}" type="pres">
      <dgm:prSet presAssocID="{132CC79E-E33F-4782-AEBA-B99D6B408E7B}" presName="parTx" presStyleLbl="revTx" presStyleIdx="3" presStyleCnt="5">
        <dgm:presLayoutVars>
          <dgm:chMax val="0"/>
          <dgm:chPref val="0"/>
        </dgm:presLayoutVars>
      </dgm:prSet>
      <dgm:spPr/>
    </dgm:pt>
    <dgm:pt modelId="{61A2F41E-034E-4BDD-B0AF-19170F102BBE}" type="pres">
      <dgm:prSet presAssocID="{97037E85-3C3D-4828-9DA9-9EDFDA4D0C2E}" presName="sibTrans" presStyleCnt="0"/>
      <dgm:spPr/>
    </dgm:pt>
    <dgm:pt modelId="{CF23CA84-097A-4329-B9A9-9F73BFBB3151}" type="pres">
      <dgm:prSet presAssocID="{45F9225F-6F85-4074-B2DF-9DF13D07D46D}" presName="compNode" presStyleCnt="0"/>
      <dgm:spPr/>
    </dgm:pt>
    <dgm:pt modelId="{023439D5-27B7-4BA1-BD08-2DBB94E0D542}" type="pres">
      <dgm:prSet presAssocID="{45F9225F-6F85-4074-B2DF-9DF13D07D46D}" presName="bgRect" presStyleLbl="bgShp" presStyleIdx="4" presStyleCnt="5"/>
      <dgm:spPr/>
    </dgm:pt>
    <dgm:pt modelId="{BBCDEC4C-9B38-43A4-96FC-EA64BAA918BE}" type="pres">
      <dgm:prSet presAssocID="{45F9225F-6F85-4074-B2DF-9DF13D07D46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4D65F14A-0C3F-451E-8417-EA92EC414C88}" type="pres">
      <dgm:prSet presAssocID="{45F9225F-6F85-4074-B2DF-9DF13D07D46D}" presName="spaceRect" presStyleCnt="0"/>
      <dgm:spPr/>
    </dgm:pt>
    <dgm:pt modelId="{4A77A7A8-DD3F-4100-AFF5-A54580D8FAAC}" type="pres">
      <dgm:prSet presAssocID="{45F9225F-6F85-4074-B2DF-9DF13D07D46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984AC10-7462-4F6B-842E-50DFE6466BBF}" srcId="{522B4A20-D7B0-461F-BC35-D1AEBF65ABB6}" destId="{ACCE0BE4-9A66-460E-9CF3-CCB5D0BEAC9A}" srcOrd="2" destOrd="0" parTransId="{5204300F-FFA1-4DBD-ACAC-6AB20987F4CE}" sibTransId="{C2F39CD6-5316-4BC1-B60E-F79664C1AA56}"/>
    <dgm:cxn modelId="{E9DE3836-C8BD-4619-A5A6-9726E1587E3F}" srcId="{522B4A20-D7B0-461F-BC35-D1AEBF65ABB6}" destId="{132CC79E-E33F-4782-AEBA-B99D6B408E7B}" srcOrd="3" destOrd="0" parTransId="{7DD723E7-087E-4F5A-802E-C3C8DE2C7A06}" sibTransId="{97037E85-3C3D-4828-9DA9-9EDFDA4D0C2E}"/>
    <dgm:cxn modelId="{8EC4EB36-314E-44B5-81BC-7157D4091849}" type="presOf" srcId="{A2E4D590-585B-44C3-BAC5-1CEC19AA782D}" destId="{39CC69BE-8B83-46DE-AFC4-722A6C313D33}" srcOrd="0" destOrd="0" presId="urn:microsoft.com/office/officeart/2018/2/layout/IconVerticalSolidList"/>
    <dgm:cxn modelId="{15FC4C82-4ACD-4C4E-ADC3-30BDE24814F3}" type="presOf" srcId="{ACCE0BE4-9A66-460E-9CF3-CCB5D0BEAC9A}" destId="{AE632909-2E74-46CB-AB82-A8A23CE68213}" srcOrd="0" destOrd="0" presId="urn:microsoft.com/office/officeart/2018/2/layout/IconVerticalSolidList"/>
    <dgm:cxn modelId="{FF98E583-2B00-4789-8283-6732A82C44FC}" srcId="{522B4A20-D7B0-461F-BC35-D1AEBF65ABB6}" destId="{45F9225F-6F85-4074-B2DF-9DF13D07D46D}" srcOrd="4" destOrd="0" parTransId="{84358D47-6589-4280-8D82-DC4A953ABD68}" sibTransId="{485B4555-58CE-4F10-B75D-31508422F0B7}"/>
    <dgm:cxn modelId="{31619E8F-51DC-43AD-983C-CBE785BF3975}" srcId="{522B4A20-D7B0-461F-BC35-D1AEBF65ABB6}" destId="{33F9C985-3E6E-4256-8DBE-ED0F10EE7195}" srcOrd="0" destOrd="0" parTransId="{B0A53F0A-7DA6-44BB-952C-B73061A80073}" sibTransId="{06C7F32D-CE8E-41C3-94D6-DB05E098D8C9}"/>
    <dgm:cxn modelId="{8E362EA3-EBB3-4E65-A28F-DB6967FFFFB4}" srcId="{522B4A20-D7B0-461F-BC35-D1AEBF65ABB6}" destId="{A2E4D590-585B-44C3-BAC5-1CEC19AA782D}" srcOrd="1" destOrd="0" parTransId="{F4B962B2-C8E8-4226-899A-9DEAE4A97EE3}" sibTransId="{1439113C-3B87-41FD-B5D2-ED01D772227E}"/>
    <dgm:cxn modelId="{17FC15C7-1214-46C6-B893-57179E0E9377}" type="presOf" srcId="{33F9C985-3E6E-4256-8DBE-ED0F10EE7195}" destId="{9227FACB-C0CC-499E-A6AE-40C7F97E6AED}" srcOrd="0" destOrd="0" presId="urn:microsoft.com/office/officeart/2018/2/layout/IconVerticalSolidList"/>
    <dgm:cxn modelId="{50AB54C9-8416-4FEB-853C-2C476D0D0AFD}" type="presOf" srcId="{522B4A20-D7B0-461F-BC35-D1AEBF65ABB6}" destId="{6235AABC-3839-4CD9-88B2-7FAEDD8DE70B}" srcOrd="0" destOrd="0" presId="urn:microsoft.com/office/officeart/2018/2/layout/IconVerticalSolidList"/>
    <dgm:cxn modelId="{26438BC9-EA6A-434E-9103-776B7DA355C6}" type="presOf" srcId="{45F9225F-6F85-4074-B2DF-9DF13D07D46D}" destId="{4A77A7A8-DD3F-4100-AFF5-A54580D8FAAC}" srcOrd="0" destOrd="0" presId="urn:microsoft.com/office/officeart/2018/2/layout/IconVerticalSolidList"/>
    <dgm:cxn modelId="{D03DBADF-ABE8-42B0-87EC-900DE029A24E}" type="presOf" srcId="{132CC79E-E33F-4782-AEBA-B99D6B408E7B}" destId="{AAE9FC2D-B90C-4AD0-9BCA-D2E80BD1A24F}" srcOrd="0" destOrd="0" presId="urn:microsoft.com/office/officeart/2018/2/layout/IconVerticalSolidList"/>
    <dgm:cxn modelId="{23BBE1F0-2BBE-4D3B-9D97-60DCE2A88CF8}" type="presParOf" srcId="{6235AABC-3839-4CD9-88B2-7FAEDD8DE70B}" destId="{736D6F44-98B7-4AE4-AF24-3CAFF1624621}" srcOrd="0" destOrd="0" presId="urn:microsoft.com/office/officeart/2018/2/layout/IconVerticalSolidList"/>
    <dgm:cxn modelId="{879076E8-F00F-4075-9142-BC0A17103EF3}" type="presParOf" srcId="{736D6F44-98B7-4AE4-AF24-3CAFF1624621}" destId="{A2AAC037-A929-4A73-8A92-DAA068BD6C43}" srcOrd="0" destOrd="0" presId="urn:microsoft.com/office/officeart/2018/2/layout/IconVerticalSolidList"/>
    <dgm:cxn modelId="{DB6ED32A-284E-4665-BE91-C70C0705AF6D}" type="presParOf" srcId="{736D6F44-98B7-4AE4-AF24-3CAFF1624621}" destId="{8F7A7557-B831-4337-BD7F-A303A6EF5322}" srcOrd="1" destOrd="0" presId="urn:microsoft.com/office/officeart/2018/2/layout/IconVerticalSolidList"/>
    <dgm:cxn modelId="{A53A4CE2-29D7-4E78-902E-CAF88151E64F}" type="presParOf" srcId="{736D6F44-98B7-4AE4-AF24-3CAFF1624621}" destId="{4CF167EA-2B5A-447A-B7B1-13E7724982D1}" srcOrd="2" destOrd="0" presId="urn:microsoft.com/office/officeart/2018/2/layout/IconVerticalSolidList"/>
    <dgm:cxn modelId="{E1FF9127-D58A-486B-AA1E-857C79C022BA}" type="presParOf" srcId="{736D6F44-98B7-4AE4-AF24-3CAFF1624621}" destId="{9227FACB-C0CC-499E-A6AE-40C7F97E6AED}" srcOrd="3" destOrd="0" presId="urn:microsoft.com/office/officeart/2018/2/layout/IconVerticalSolidList"/>
    <dgm:cxn modelId="{9520F9E1-0159-4C66-8C95-1514FA40B6AE}" type="presParOf" srcId="{6235AABC-3839-4CD9-88B2-7FAEDD8DE70B}" destId="{2B27EEB6-D87C-4F20-A37E-7D76FE38C437}" srcOrd="1" destOrd="0" presId="urn:microsoft.com/office/officeart/2018/2/layout/IconVerticalSolidList"/>
    <dgm:cxn modelId="{7E33F31C-1AAA-4374-B64C-5A007DFD1272}" type="presParOf" srcId="{6235AABC-3839-4CD9-88B2-7FAEDD8DE70B}" destId="{3E8CB6DA-84A7-40B3-B571-87BC727C8E02}" srcOrd="2" destOrd="0" presId="urn:microsoft.com/office/officeart/2018/2/layout/IconVerticalSolidList"/>
    <dgm:cxn modelId="{9E6F9DE2-BFFE-4A49-8787-2377BF7E0644}" type="presParOf" srcId="{3E8CB6DA-84A7-40B3-B571-87BC727C8E02}" destId="{8D1B9E53-E051-49F1-BF9B-19D0F52FAD70}" srcOrd="0" destOrd="0" presId="urn:microsoft.com/office/officeart/2018/2/layout/IconVerticalSolidList"/>
    <dgm:cxn modelId="{B805A19D-B79A-4E4B-B30F-B806D9090BF5}" type="presParOf" srcId="{3E8CB6DA-84A7-40B3-B571-87BC727C8E02}" destId="{F2DE4D42-71EB-4084-9E62-1B8994BD45F3}" srcOrd="1" destOrd="0" presId="urn:microsoft.com/office/officeart/2018/2/layout/IconVerticalSolidList"/>
    <dgm:cxn modelId="{B6942371-A2A7-4560-8439-28D3E3DBFA1D}" type="presParOf" srcId="{3E8CB6DA-84A7-40B3-B571-87BC727C8E02}" destId="{0A3F4BEB-754A-42A9-BC88-9888D94B9ADF}" srcOrd="2" destOrd="0" presId="urn:microsoft.com/office/officeart/2018/2/layout/IconVerticalSolidList"/>
    <dgm:cxn modelId="{E6BECD8B-709D-4FDF-9983-F19568D5AC9D}" type="presParOf" srcId="{3E8CB6DA-84A7-40B3-B571-87BC727C8E02}" destId="{39CC69BE-8B83-46DE-AFC4-722A6C313D33}" srcOrd="3" destOrd="0" presId="urn:microsoft.com/office/officeart/2018/2/layout/IconVerticalSolidList"/>
    <dgm:cxn modelId="{57CC3F59-FAD4-460B-A08F-C155F3741848}" type="presParOf" srcId="{6235AABC-3839-4CD9-88B2-7FAEDD8DE70B}" destId="{330A25D7-6BF3-4CA4-881A-ED3CE7C6386E}" srcOrd="3" destOrd="0" presId="urn:microsoft.com/office/officeart/2018/2/layout/IconVerticalSolidList"/>
    <dgm:cxn modelId="{2F4A00FC-7ED4-4685-9A07-6C3A2BA4579E}" type="presParOf" srcId="{6235AABC-3839-4CD9-88B2-7FAEDD8DE70B}" destId="{25F70A8E-11E1-461D-AD58-CAAE0C464DE5}" srcOrd="4" destOrd="0" presId="urn:microsoft.com/office/officeart/2018/2/layout/IconVerticalSolidList"/>
    <dgm:cxn modelId="{AFD900E2-A584-4D0E-A813-1423BC2A2F05}" type="presParOf" srcId="{25F70A8E-11E1-461D-AD58-CAAE0C464DE5}" destId="{4AE5731A-7BB6-4695-A210-FC98BF37C4AE}" srcOrd="0" destOrd="0" presId="urn:microsoft.com/office/officeart/2018/2/layout/IconVerticalSolidList"/>
    <dgm:cxn modelId="{7B07608F-3E26-4AE8-BAAC-E353CB254C5F}" type="presParOf" srcId="{25F70A8E-11E1-461D-AD58-CAAE0C464DE5}" destId="{7387D2BD-C1CA-41EF-BEFB-D8DF03834F18}" srcOrd="1" destOrd="0" presId="urn:microsoft.com/office/officeart/2018/2/layout/IconVerticalSolidList"/>
    <dgm:cxn modelId="{361CD8F6-4808-463E-A9AE-F881A0228F5E}" type="presParOf" srcId="{25F70A8E-11E1-461D-AD58-CAAE0C464DE5}" destId="{C79EF8E9-CE87-42EE-90CE-A93839950C1F}" srcOrd="2" destOrd="0" presId="urn:microsoft.com/office/officeart/2018/2/layout/IconVerticalSolidList"/>
    <dgm:cxn modelId="{5BB93BAE-4190-48E2-8216-63E4D71F0BF3}" type="presParOf" srcId="{25F70A8E-11E1-461D-AD58-CAAE0C464DE5}" destId="{AE632909-2E74-46CB-AB82-A8A23CE68213}" srcOrd="3" destOrd="0" presId="urn:microsoft.com/office/officeart/2018/2/layout/IconVerticalSolidList"/>
    <dgm:cxn modelId="{E6D60DE1-7FE2-4DA8-B4C2-70BA85047454}" type="presParOf" srcId="{6235AABC-3839-4CD9-88B2-7FAEDD8DE70B}" destId="{32E92A8A-C2C7-43C4-8AC0-34095A64DB17}" srcOrd="5" destOrd="0" presId="urn:microsoft.com/office/officeart/2018/2/layout/IconVerticalSolidList"/>
    <dgm:cxn modelId="{9DA04809-AB18-4FBA-A472-597946D05398}" type="presParOf" srcId="{6235AABC-3839-4CD9-88B2-7FAEDD8DE70B}" destId="{DFF0B89C-5316-4583-BF39-639949D6FF19}" srcOrd="6" destOrd="0" presId="urn:microsoft.com/office/officeart/2018/2/layout/IconVerticalSolidList"/>
    <dgm:cxn modelId="{9950AD67-916C-4AC0-A2A7-6AEA844C6424}" type="presParOf" srcId="{DFF0B89C-5316-4583-BF39-639949D6FF19}" destId="{ABD89449-89C8-44EF-9D09-FA4F241D100C}" srcOrd="0" destOrd="0" presId="urn:microsoft.com/office/officeart/2018/2/layout/IconVerticalSolidList"/>
    <dgm:cxn modelId="{6ACC8BC1-D90B-4A24-8BF6-1C45E8BC3ABD}" type="presParOf" srcId="{DFF0B89C-5316-4583-BF39-639949D6FF19}" destId="{CF7F5752-A18D-43C3-AF0A-455DF90B830A}" srcOrd="1" destOrd="0" presId="urn:microsoft.com/office/officeart/2018/2/layout/IconVerticalSolidList"/>
    <dgm:cxn modelId="{D5007A50-ED2C-4C03-9343-263671183672}" type="presParOf" srcId="{DFF0B89C-5316-4583-BF39-639949D6FF19}" destId="{1645A228-F50F-4F49-8677-7D72A46DB12C}" srcOrd="2" destOrd="0" presId="urn:microsoft.com/office/officeart/2018/2/layout/IconVerticalSolidList"/>
    <dgm:cxn modelId="{66F986C2-83B6-4578-AAE0-71BFF241DD82}" type="presParOf" srcId="{DFF0B89C-5316-4583-BF39-639949D6FF19}" destId="{AAE9FC2D-B90C-4AD0-9BCA-D2E80BD1A24F}" srcOrd="3" destOrd="0" presId="urn:microsoft.com/office/officeart/2018/2/layout/IconVerticalSolidList"/>
    <dgm:cxn modelId="{5C352D0D-533E-4938-9CD8-88D0693145E1}" type="presParOf" srcId="{6235AABC-3839-4CD9-88B2-7FAEDD8DE70B}" destId="{61A2F41E-034E-4BDD-B0AF-19170F102BBE}" srcOrd="7" destOrd="0" presId="urn:microsoft.com/office/officeart/2018/2/layout/IconVerticalSolidList"/>
    <dgm:cxn modelId="{8E67992E-829F-4CCA-B7CD-368027C079D0}" type="presParOf" srcId="{6235AABC-3839-4CD9-88B2-7FAEDD8DE70B}" destId="{CF23CA84-097A-4329-B9A9-9F73BFBB3151}" srcOrd="8" destOrd="0" presId="urn:microsoft.com/office/officeart/2018/2/layout/IconVerticalSolidList"/>
    <dgm:cxn modelId="{6D7DB57B-EEBF-421A-B163-358E5D0C2CE1}" type="presParOf" srcId="{CF23CA84-097A-4329-B9A9-9F73BFBB3151}" destId="{023439D5-27B7-4BA1-BD08-2DBB94E0D542}" srcOrd="0" destOrd="0" presId="urn:microsoft.com/office/officeart/2018/2/layout/IconVerticalSolidList"/>
    <dgm:cxn modelId="{02A3A5BC-0B8E-47EC-B2CE-18AB873A4A49}" type="presParOf" srcId="{CF23CA84-097A-4329-B9A9-9F73BFBB3151}" destId="{BBCDEC4C-9B38-43A4-96FC-EA64BAA918BE}" srcOrd="1" destOrd="0" presId="urn:microsoft.com/office/officeart/2018/2/layout/IconVerticalSolidList"/>
    <dgm:cxn modelId="{53D7C3DA-E9C0-43A1-9F80-3683D576C89D}" type="presParOf" srcId="{CF23CA84-097A-4329-B9A9-9F73BFBB3151}" destId="{4D65F14A-0C3F-451E-8417-EA92EC414C88}" srcOrd="2" destOrd="0" presId="urn:microsoft.com/office/officeart/2018/2/layout/IconVerticalSolidList"/>
    <dgm:cxn modelId="{140498F9-6276-464F-917D-C973EBDDF9C1}" type="presParOf" srcId="{CF23CA84-097A-4329-B9A9-9F73BFBB3151}" destId="{4A77A7A8-DD3F-4100-AFF5-A54580D8FA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58C75DD-C6B2-4188-BA43-02C768B5934A}" type="doc">
      <dgm:prSet loTypeId="urn:microsoft.com/office/officeart/2008/layout/LinedList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8C47DE85-131E-4425-BF66-2C3C78A12A43}">
      <dgm:prSet/>
      <dgm:spPr/>
      <dgm:t>
        <a:bodyPr/>
        <a:lstStyle/>
        <a:p>
          <a:r>
            <a:rPr lang="en-US" b="0" i="0" baseline="0"/>
            <a:t>Players moving </a:t>
          </a:r>
          <a:r>
            <a:rPr lang="en-US" b="1" i="0" baseline="0"/>
            <a:t>to higher-tier leagues</a:t>
          </a:r>
          <a:r>
            <a:rPr lang="en-US" b="0" i="0" baseline="0"/>
            <a:t> → higher decline risk.</a:t>
          </a:r>
          <a:endParaRPr lang="en-US"/>
        </a:p>
      </dgm:t>
    </dgm:pt>
    <dgm:pt modelId="{8AA96872-46AF-40A4-AEF9-638E2A1BCA1F}" type="parTrans" cxnId="{182A508A-292C-4D6C-8E06-BE28F78E8826}">
      <dgm:prSet/>
      <dgm:spPr/>
      <dgm:t>
        <a:bodyPr/>
        <a:lstStyle/>
        <a:p>
          <a:endParaRPr lang="en-US"/>
        </a:p>
      </dgm:t>
    </dgm:pt>
    <dgm:pt modelId="{90E71892-4967-4C82-8A78-64C830DDC209}" type="sibTrans" cxnId="{182A508A-292C-4D6C-8E06-BE28F78E8826}">
      <dgm:prSet/>
      <dgm:spPr/>
      <dgm:t>
        <a:bodyPr/>
        <a:lstStyle/>
        <a:p>
          <a:endParaRPr lang="en-US"/>
        </a:p>
      </dgm:t>
    </dgm:pt>
    <dgm:pt modelId="{7F8A7871-F1CC-491A-A369-7870B027AD8F}">
      <dgm:prSet/>
      <dgm:spPr/>
      <dgm:t>
        <a:bodyPr/>
        <a:lstStyle/>
        <a:p>
          <a:r>
            <a:rPr lang="en-US" b="1" i="0" baseline="0"/>
            <a:t>Age</a:t>
          </a:r>
          <a:r>
            <a:rPr lang="en-US" b="0" i="0" baseline="0"/>
            <a:t>, </a:t>
          </a:r>
          <a:r>
            <a:rPr lang="en-US" b="1" i="0" baseline="0"/>
            <a:t>minutes played</a:t>
          </a:r>
          <a:r>
            <a:rPr lang="en-US" b="0" i="0" baseline="0"/>
            <a:t>, and </a:t>
          </a:r>
          <a:r>
            <a:rPr lang="en-US" b="1" i="0" baseline="0"/>
            <a:t>transfer fee</a:t>
          </a:r>
          <a:r>
            <a:rPr lang="en-US" b="0" i="0" baseline="0"/>
            <a:t> are top predictors.</a:t>
          </a:r>
          <a:endParaRPr lang="en-US"/>
        </a:p>
      </dgm:t>
    </dgm:pt>
    <dgm:pt modelId="{0339C1C9-08A3-4B9F-88D3-F4D97E51EC55}" type="parTrans" cxnId="{0CB72EF1-EBBA-44CD-834F-CF019129A668}">
      <dgm:prSet/>
      <dgm:spPr/>
      <dgm:t>
        <a:bodyPr/>
        <a:lstStyle/>
        <a:p>
          <a:endParaRPr lang="en-US"/>
        </a:p>
      </dgm:t>
    </dgm:pt>
    <dgm:pt modelId="{A82E6A3E-EB16-42A3-92F1-44DF4D74815C}" type="sibTrans" cxnId="{0CB72EF1-EBBA-44CD-834F-CF019129A668}">
      <dgm:prSet/>
      <dgm:spPr/>
      <dgm:t>
        <a:bodyPr/>
        <a:lstStyle/>
        <a:p>
          <a:endParaRPr lang="en-US"/>
        </a:p>
      </dgm:t>
    </dgm:pt>
    <dgm:pt modelId="{1653A3BE-7BA2-4260-AAA8-1A9DF3BAE0B0}">
      <dgm:prSet/>
      <dgm:spPr/>
      <dgm:t>
        <a:bodyPr/>
        <a:lstStyle/>
        <a:p>
          <a:r>
            <a:rPr lang="en-US" b="1" i="0" baseline="0"/>
            <a:t>Defenders</a:t>
          </a:r>
          <a:r>
            <a:rPr lang="en-US" b="0" i="0" baseline="0"/>
            <a:t> show more stable performance post-transfer.</a:t>
          </a:r>
          <a:endParaRPr lang="en-US"/>
        </a:p>
      </dgm:t>
    </dgm:pt>
    <dgm:pt modelId="{14F29BF8-24BF-422E-B810-39A351E7A892}" type="parTrans" cxnId="{25E891ED-FB61-472C-BF7C-3E2CD193DC9A}">
      <dgm:prSet/>
      <dgm:spPr/>
      <dgm:t>
        <a:bodyPr/>
        <a:lstStyle/>
        <a:p>
          <a:endParaRPr lang="en-US"/>
        </a:p>
      </dgm:t>
    </dgm:pt>
    <dgm:pt modelId="{4571C909-B212-4223-9668-B76FBDBEE39B}" type="sibTrans" cxnId="{25E891ED-FB61-472C-BF7C-3E2CD193DC9A}">
      <dgm:prSet/>
      <dgm:spPr/>
      <dgm:t>
        <a:bodyPr/>
        <a:lstStyle/>
        <a:p>
          <a:endParaRPr lang="en-US"/>
        </a:p>
      </dgm:t>
    </dgm:pt>
    <dgm:pt modelId="{55CA2247-2A3B-4E6D-8546-429477B2FE7A}">
      <dgm:prSet/>
      <dgm:spPr/>
      <dgm:t>
        <a:bodyPr/>
        <a:lstStyle/>
        <a:p>
          <a:r>
            <a:rPr lang="en-US" b="0" i="0" baseline="0"/>
            <a:t>The model captures general patterns but not psychological or team fit factors.</a:t>
          </a:r>
          <a:br>
            <a:rPr lang="en-US" b="0" i="0" baseline="0"/>
          </a:br>
          <a:r>
            <a:rPr lang="en-US" b="0" i="1" baseline="0"/>
            <a:t>(Insert bar chart of top-20 feature importances.)</a:t>
          </a:r>
          <a:endParaRPr lang="en-US"/>
        </a:p>
      </dgm:t>
    </dgm:pt>
    <dgm:pt modelId="{E4F2EE2B-E552-48EE-8657-F59DD6B0E609}" type="parTrans" cxnId="{A301BA7F-A08E-4B02-B39C-0018F069F9EE}">
      <dgm:prSet/>
      <dgm:spPr/>
      <dgm:t>
        <a:bodyPr/>
        <a:lstStyle/>
        <a:p>
          <a:endParaRPr lang="en-US"/>
        </a:p>
      </dgm:t>
    </dgm:pt>
    <dgm:pt modelId="{894246F0-CB65-40CE-9BBF-1864A951A800}" type="sibTrans" cxnId="{A301BA7F-A08E-4B02-B39C-0018F069F9EE}">
      <dgm:prSet/>
      <dgm:spPr/>
      <dgm:t>
        <a:bodyPr/>
        <a:lstStyle/>
        <a:p>
          <a:endParaRPr lang="en-US"/>
        </a:p>
      </dgm:t>
    </dgm:pt>
    <dgm:pt modelId="{3D4AAA22-4509-4A2A-AA14-8BAD9650A322}" type="pres">
      <dgm:prSet presAssocID="{058C75DD-C6B2-4188-BA43-02C768B5934A}" presName="vert0" presStyleCnt="0">
        <dgm:presLayoutVars>
          <dgm:dir/>
          <dgm:animOne val="branch"/>
          <dgm:animLvl val="lvl"/>
        </dgm:presLayoutVars>
      </dgm:prSet>
      <dgm:spPr/>
    </dgm:pt>
    <dgm:pt modelId="{7E74DBEC-C157-4F60-AFA2-DF77606395C9}" type="pres">
      <dgm:prSet presAssocID="{8C47DE85-131E-4425-BF66-2C3C78A12A43}" presName="thickLine" presStyleLbl="alignNode1" presStyleIdx="0" presStyleCnt="4"/>
      <dgm:spPr/>
    </dgm:pt>
    <dgm:pt modelId="{2F9BC8BF-F607-497D-8481-3F6E006D2DC6}" type="pres">
      <dgm:prSet presAssocID="{8C47DE85-131E-4425-BF66-2C3C78A12A43}" presName="horz1" presStyleCnt="0"/>
      <dgm:spPr/>
    </dgm:pt>
    <dgm:pt modelId="{0D816374-B049-48AA-BC5B-C964942799E3}" type="pres">
      <dgm:prSet presAssocID="{8C47DE85-131E-4425-BF66-2C3C78A12A43}" presName="tx1" presStyleLbl="revTx" presStyleIdx="0" presStyleCnt="4"/>
      <dgm:spPr/>
    </dgm:pt>
    <dgm:pt modelId="{64A5A5B8-2B05-4882-A5EA-E16A23131088}" type="pres">
      <dgm:prSet presAssocID="{8C47DE85-131E-4425-BF66-2C3C78A12A43}" presName="vert1" presStyleCnt="0"/>
      <dgm:spPr/>
    </dgm:pt>
    <dgm:pt modelId="{91694ADA-C9E3-4D75-8DB2-423B2D019536}" type="pres">
      <dgm:prSet presAssocID="{7F8A7871-F1CC-491A-A369-7870B027AD8F}" presName="thickLine" presStyleLbl="alignNode1" presStyleIdx="1" presStyleCnt="4"/>
      <dgm:spPr/>
    </dgm:pt>
    <dgm:pt modelId="{EFEC96E6-8984-432B-BA20-B97251576BD7}" type="pres">
      <dgm:prSet presAssocID="{7F8A7871-F1CC-491A-A369-7870B027AD8F}" presName="horz1" presStyleCnt="0"/>
      <dgm:spPr/>
    </dgm:pt>
    <dgm:pt modelId="{6774C01C-EC75-4093-8CE6-D6AE4D3A2AE0}" type="pres">
      <dgm:prSet presAssocID="{7F8A7871-F1CC-491A-A369-7870B027AD8F}" presName="tx1" presStyleLbl="revTx" presStyleIdx="1" presStyleCnt="4"/>
      <dgm:spPr/>
    </dgm:pt>
    <dgm:pt modelId="{FF39FE46-9CDB-46F8-83F0-CEAC1A9BFB68}" type="pres">
      <dgm:prSet presAssocID="{7F8A7871-F1CC-491A-A369-7870B027AD8F}" presName="vert1" presStyleCnt="0"/>
      <dgm:spPr/>
    </dgm:pt>
    <dgm:pt modelId="{B27680FD-27A4-4C43-AA18-A24404D654F4}" type="pres">
      <dgm:prSet presAssocID="{1653A3BE-7BA2-4260-AAA8-1A9DF3BAE0B0}" presName="thickLine" presStyleLbl="alignNode1" presStyleIdx="2" presStyleCnt="4"/>
      <dgm:spPr/>
    </dgm:pt>
    <dgm:pt modelId="{B8337B05-4212-439A-B8FE-4A0886618328}" type="pres">
      <dgm:prSet presAssocID="{1653A3BE-7BA2-4260-AAA8-1A9DF3BAE0B0}" presName="horz1" presStyleCnt="0"/>
      <dgm:spPr/>
    </dgm:pt>
    <dgm:pt modelId="{42925705-47BA-4D2A-BD4D-2F7CCA6A59F3}" type="pres">
      <dgm:prSet presAssocID="{1653A3BE-7BA2-4260-AAA8-1A9DF3BAE0B0}" presName="tx1" presStyleLbl="revTx" presStyleIdx="2" presStyleCnt="4"/>
      <dgm:spPr/>
    </dgm:pt>
    <dgm:pt modelId="{67F21E0B-30C5-45F7-9622-244F1ACC3E74}" type="pres">
      <dgm:prSet presAssocID="{1653A3BE-7BA2-4260-AAA8-1A9DF3BAE0B0}" presName="vert1" presStyleCnt="0"/>
      <dgm:spPr/>
    </dgm:pt>
    <dgm:pt modelId="{B77AFE31-A449-41F3-AFDF-47C71946C1EB}" type="pres">
      <dgm:prSet presAssocID="{55CA2247-2A3B-4E6D-8546-429477B2FE7A}" presName="thickLine" presStyleLbl="alignNode1" presStyleIdx="3" presStyleCnt="4"/>
      <dgm:spPr/>
    </dgm:pt>
    <dgm:pt modelId="{1DF152FB-E954-4ACB-8960-CD228BF012A0}" type="pres">
      <dgm:prSet presAssocID="{55CA2247-2A3B-4E6D-8546-429477B2FE7A}" presName="horz1" presStyleCnt="0"/>
      <dgm:spPr/>
    </dgm:pt>
    <dgm:pt modelId="{1EC07C65-4F29-4B1C-A869-E5E3CDE3253A}" type="pres">
      <dgm:prSet presAssocID="{55CA2247-2A3B-4E6D-8546-429477B2FE7A}" presName="tx1" presStyleLbl="revTx" presStyleIdx="3" presStyleCnt="4"/>
      <dgm:spPr/>
    </dgm:pt>
    <dgm:pt modelId="{A4F5CCFA-1E3A-4A91-9384-0F8E93FCDB69}" type="pres">
      <dgm:prSet presAssocID="{55CA2247-2A3B-4E6D-8546-429477B2FE7A}" presName="vert1" presStyleCnt="0"/>
      <dgm:spPr/>
    </dgm:pt>
  </dgm:ptLst>
  <dgm:cxnLst>
    <dgm:cxn modelId="{20E9F02A-F964-46F4-A701-9B71FEB280E3}" type="presOf" srcId="{7F8A7871-F1CC-491A-A369-7870B027AD8F}" destId="{6774C01C-EC75-4093-8CE6-D6AE4D3A2AE0}" srcOrd="0" destOrd="0" presId="urn:microsoft.com/office/officeart/2008/layout/LinedList"/>
    <dgm:cxn modelId="{5D68283F-CC6E-48F7-A9D7-316E0B4B200D}" type="presOf" srcId="{058C75DD-C6B2-4188-BA43-02C768B5934A}" destId="{3D4AAA22-4509-4A2A-AA14-8BAD9650A322}" srcOrd="0" destOrd="0" presId="urn:microsoft.com/office/officeart/2008/layout/LinedList"/>
    <dgm:cxn modelId="{A301BA7F-A08E-4B02-B39C-0018F069F9EE}" srcId="{058C75DD-C6B2-4188-BA43-02C768B5934A}" destId="{55CA2247-2A3B-4E6D-8546-429477B2FE7A}" srcOrd="3" destOrd="0" parTransId="{E4F2EE2B-E552-48EE-8657-F59DD6B0E609}" sibTransId="{894246F0-CB65-40CE-9BBF-1864A951A800}"/>
    <dgm:cxn modelId="{182A508A-292C-4D6C-8E06-BE28F78E8826}" srcId="{058C75DD-C6B2-4188-BA43-02C768B5934A}" destId="{8C47DE85-131E-4425-BF66-2C3C78A12A43}" srcOrd="0" destOrd="0" parTransId="{8AA96872-46AF-40A4-AEF9-638E2A1BCA1F}" sibTransId="{90E71892-4967-4C82-8A78-64C830DDC209}"/>
    <dgm:cxn modelId="{7BF0C48A-1D3E-4C89-B551-7C441B9E1CAF}" type="presOf" srcId="{55CA2247-2A3B-4E6D-8546-429477B2FE7A}" destId="{1EC07C65-4F29-4B1C-A869-E5E3CDE3253A}" srcOrd="0" destOrd="0" presId="urn:microsoft.com/office/officeart/2008/layout/LinedList"/>
    <dgm:cxn modelId="{7E3765D6-691D-46D3-88C7-19A32254B175}" type="presOf" srcId="{8C47DE85-131E-4425-BF66-2C3C78A12A43}" destId="{0D816374-B049-48AA-BC5B-C964942799E3}" srcOrd="0" destOrd="0" presId="urn:microsoft.com/office/officeart/2008/layout/LinedList"/>
    <dgm:cxn modelId="{25E891ED-FB61-472C-BF7C-3E2CD193DC9A}" srcId="{058C75DD-C6B2-4188-BA43-02C768B5934A}" destId="{1653A3BE-7BA2-4260-AAA8-1A9DF3BAE0B0}" srcOrd="2" destOrd="0" parTransId="{14F29BF8-24BF-422E-B810-39A351E7A892}" sibTransId="{4571C909-B212-4223-9668-B76FBDBEE39B}"/>
    <dgm:cxn modelId="{D024FEF0-001A-413F-A3E6-05E0DC359D5B}" type="presOf" srcId="{1653A3BE-7BA2-4260-AAA8-1A9DF3BAE0B0}" destId="{42925705-47BA-4D2A-BD4D-2F7CCA6A59F3}" srcOrd="0" destOrd="0" presId="urn:microsoft.com/office/officeart/2008/layout/LinedList"/>
    <dgm:cxn modelId="{0CB72EF1-EBBA-44CD-834F-CF019129A668}" srcId="{058C75DD-C6B2-4188-BA43-02C768B5934A}" destId="{7F8A7871-F1CC-491A-A369-7870B027AD8F}" srcOrd="1" destOrd="0" parTransId="{0339C1C9-08A3-4B9F-88D3-F4D97E51EC55}" sibTransId="{A82E6A3E-EB16-42A3-92F1-44DF4D74815C}"/>
    <dgm:cxn modelId="{CCF400C2-7106-435E-8A57-420A6305C1C8}" type="presParOf" srcId="{3D4AAA22-4509-4A2A-AA14-8BAD9650A322}" destId="{7E74DBEC-C157-4F60-AFA2-DF77606395C9}" srcOrd="0" destOrd="0" presId="urn:microsoft.com/office/officeart/2008/layout/LinedList"/>
    <dgm:cxn modelId="{17B50024-A6EA-4400-A405-322FA53B1DE9}" type="presParOf" srcId="{3D4AAA22-4509-4A2A-AA14-8BAD9650A322}" destId="{2F9BC8BF-F607-497D-8481-3F6E006D2DC6}" srcOrd="1" destOrd="0" presId="urn:microsoft.com/office/officeart/2008/layout/LinedList"/>
    <dgm:cxn modelId="{E2EFE8BD-3D77-4F62-BC41-D296DBA91113}" type="presParOf" srcId="{2F9BC8BF-F607-497D-8481-3F6E006D2DC6}" destId="{0D816374-B049-48AA-BC5B-C964942799E3}" srcOrd="0" destOrd="0" presId="urn:microsoft.com/office/officeart/2008/layout/LinedList"/>
    <dgm:cxn modelId="{C4A33536-D60B-40B7-AAE6-905061F4DE47}" type="presParOf" srcId="{2F9BC8BF-F607-497D-8481-3F6E006D2DC6}" destId="{64A5A5B8-2B05-4882-A5EA-E16A23131088}" srcOrd="1" destOrd="0" presId="urn:microsoft.com/office/officeart/2008/layout/LinedList"/>
    <dgm:cxn modelId="{4851AE4F-13C0-4F8F-BD21-48133AA086AC}" type="presParOf" srcId="{3D4AAA22-4509-4A2A-AA14-8BAD9650A322}" destId="{91694ADA-C9E3-4D75-8DB2-423B2D019536}" srcOrd="2" destOrd="0" presId="urn:microsoft.com/office/officeart/2008/layout/LinedList"/>
    <dgm:cxn modelId="{E5589F41-48AF-497B-A773-F04161C12B49}" type="presParOf" srcId="{3D4AAA22-4509-4A2A-AA14-8BAD9650A322}" destId="{EFEC96E6-8984-432B-BA20-B97251576BD7}" srcOrd="3" destOrd="0" presId="urn:microsoft.com/office/officeart/2008/layout/LinedList"/>
    <dgm:cxn modelId="{72F66EDB-29B4-4B02-9D6D-39C92C5DD21D}" type="presParOf" srcId="{EFEC96E6-8984-432B-BA20-B97251576BD7}" destId="{6774C01C-EC75-4093-8CE6-D6AE4D3A2AE0}" srcOrd="0" destOrd="0" presId="urn:microsoft.com/office/officeart/2008/layout/LinedList"/>
    <dgm:cxn modelId="{CC01FA93-9F17-444C-A129-E2254EA0E1E6}" type="presParOf" srcId="{EFEC96E6-8984-432B-BA20-B97251576BD7}" destId="{FF39FE46-9CDB-46F8-83F0-CEAC1A9BFB68}" srcOrd="1" destOrd="0" presId="urn:microsoft.com/office/officeart/2008/layout/LinedList"/>
    <dgm:cxn modelId="{8D95D8ED-28EE-4641-8E1E-651DBFC44E86}" type="presParOf" srcId="{3D4AAA22-4509-4A2A-AA14-8BAD9650A322}" destId="{B27680FD-27A4-4C43-AA18-A24404D654F4}" srcOrd="4" destOrd="0" presId="urn:microsoft.com/office/officeart/2008/layout/LinedList"/>
    <dgm:cxn modelId="{DA10176A-E74D-4843-8A57-80782F8F1366}" type="presParOf" srcId="{3D4AAA22-4509-4A2A-AA14-8BAD9650A322}" destId="{B8337B05-4212-439A-B8FE-4A0886618328}" srcOrd="5" destOrd="0" presId="urn:microsoft.com/office/officeart/2008/layout/LinedList"/>
    <dgm:cxn modelId="{39C31363-B5B4-4D33-B88A-15883A547422}" type="presParOf" srcId="{B8337B05-4212-439A-B8FE-4A0886618328}" destId="{42925705-47BA-4D2A-BD4D-2F7CCA6A59F3}" srcOrd="0" destOrd="0" presId="urn:microsoft.com/office/officeart/2008/layout/LinedList"/>
    <dgm:cxn modelId="{73001748-C827-4000-8BF6-51A73F76FD0E}" type="presParOf" srcId="{B8337B05-4212-439A-B8FE-4A0886618328}" destId="{67F21E0B-30C5-45F7-9622-244F1ACC3E74}" srcOrd="1" destOrd="0" presId="urn:microsoft.com/office/officeart/2008/layout/LinedList"/>
    <dgm:cxn modelId="{03D2187B-8D0E-4FCC-9372-6BFDD5DED978}" type="presParOf" srcId="{3D4AAA22-4509-4A2A-AA14-8BAD9650A322}" destId="{B77AFE31-A449-41F3-AFDF-47C71946C1EB}" srcOrd="6" destOrd="0" presId="urn:microsoft.com/office/officeart/2008/layout/LinedList"/>
    <dgm:cxn modelId="{315911C0-1955-4AEC-80C9-42CBACFCC6E8}" type="presParOf" srcId="{3D4AAA22-4509-4A2A-AA14-8BAD9650A322}" destId="{1DF152FB-E954-4ACB-8960-CD228BF012A0}" srcOrd="7" destOrd="0" presId="urn:microsoft.com/office/officeart/2008/layout/LinedList"/>
    <dgm:cxn modelId="{6C4AF5BF-AE7C-4574-935F-3C0C6AC1DE96}" type="presParOf" srcId="{1DF152FB-E954-4ACB-8960-CD228BF012A0}" destId="{1EC07C65-4F29-4B1C-A869-E5E3CDE3253A}" srcOrd="0" destOrd="0" presId="urn:microsoft.com/office/officeart/2008/layout/LinedList"/>
    <dgm:cxn modelId="{70A07989-A6D6-44FF-8315-90482FBA74FE}" type="presParOf" srcId="{1DF152FB-E954-4ACB-8960-CD228BF012A0}" destId="{A4F5CCFA-1E3A-4A91-9384-0F8E93FCDB6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E6EB35-1416-4C55-8294-C3597C23CB3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3D3C362-6C18-4CDF-AEF1-D3ADD981DFDF}">
      <dgm:prSet/>
      <dgm:spPr/>
      <dgm:t>
        <a:bodyPr/>
        <a:lstStyle/>
        <a:p>
          <a:r>
            <a:rPr lang="en-US" b="0" i="0" baseline="0"/>
            <a:t>Missing injury and fitness data.</a:t>
          </a:r>
          <a:endParaRPr lang="en-US"/>
        </a:p>
      </dgm:t>
    </dgm:pt>
    <dgm:pt modelId="{81E95625-DE72-4910-9ADF-C03CA1B13E66}" type="parTrans" cxnId="{2976A292-9764-4034-AF44-3964D5BC2B04}">
      <dgm:prSet/>
      <dgm:spPr/>
      <dgm:t>
        <a:bodyPr/>
        <a:lstStyle/>
        <a:p>
          <a:endParaRPr lang="en-US"/>
        </a:p>
      </dgm:t>
    </dgm:pt>
    <dgm:pt modelId="{F540191E-85C5-4644-B661-60AE160B6D16}" type="sibTrans" cxnId="{2976A292-9764-4034-AF44-3964D5BC2B04}">
      <dgm:prSet/>
      <dgm:spPr/>
      <dgm:t>
        <a:bodyPr/>
        <a:lstStyle/>
        <a:p>
          <a:endParaRPr lang="en-US"/>
        </a:p>
      </dgm:t>
    </dgm:pt>
    <dgm:pt modelId="{1E6C20FA-80DA-4440-B6DF-CFC02DA2A4B6}">
      <dgm:prSet/>
      <dgm:spPr/>
      <dgm:t>
        <a:bodyPr/>
        <a:lstStyle/>
        <a:p>
          <a:r>
            <a:rPr lang="en-US" b="0" i="0" baseline="0"/>
            <a:t>Class imbalance → some decline cases under-represented.</a:t>
          </a:r>
          <a:endParaRPr lang="en-US"/>
        </a:p>
      </dgm:t>
    </dgm:pt>
    <dgm:pt modelId="{06524A66-856D-49F7-8B07-24A5EDC99A76}" type="parTrans" cxnId="{B9122EBD-7F09-4C2C-BF91-6D1B0EC2B73C}">
      <dgm:prSet/>
      <dgm:spPr/>
      <dgm:t>
        <a:bodyPr/>
        <a:lstStyle/>
        <a:p>
          <a:endParaRPr lang="en-US"/>
        </a:p>
      </dgm:t>
    </dgm:pt>
    <dgm:pt modelId="{59D3AA37-1E83-46B9-A0E8-B22950B373B5}" type="sibTrans" cxnId="{B9122EBD-7F09-4C2C-BF91-6D1B0EC2B73C}">
      <dgm:prSet/>
      <dgm:spPr/>
      <dgm:t>
        <a:bodyPr/>
        <a:lstStyle/>
        <a:p>
          <a:endParaRPr lang="en-US"/>
        </a:p>
      </dgm:t>
    </dgm:pt>
    <dgm:pt modelId="{491FAC43-43BD-4B62-BE58-1A15374D6A4B}">
      <dgm:prSet/>
      <dgm:spPr/>
      <dgm:t>
        <a:bodyPr/>
        <a:lstStyle/>
        <a:p>
          <a:r>
            <a:rPr lang="en-US" b="0" i="0" baseline="0"/>
            <a:t>League coding masks within-league variation.</a:t>
          </a:r>
          <a:br>
            <a:rPr lang="en-US" b="0" i="0" baseline="0"/>
          </a:br>
          <a:r>
            <a:rPr lang="en-US" b="1" i="0" baseline="0"/>
            <a:t>Next Steps</a:t>
          </a:r>
          <a:endParaRPr lang="en-US"/>
        </a:p>
      </dgm:t>
    </dgm:pt>
    <dgm:pt modelId="{0E695F4A-E9E1-4282-BD5D-70C93414C36D}" type="parTrans" cxnId="{A8AE6CA6-5D04-4A03-9043-EBCB57B66CCB}">
      <dgm:prSet/>
      <dgm:spPr/>
      <dgm:t>
        <a:bodyPr/>
        <a:lstStyle/>
        <a:p>
          <a:endParaRPr lang="en-US"/>
        </a:p>
      </dgm:t>
    </dgm:pt>
    <dgm:pt modelId="{CF132A4B-5E73-4BDE-9E04-FE5251CB657E}" type="sibTrans" cxnId="{A8AE6CA6-5D04-4A03-9043-EBCB57B66CCB}">
      <dgm:prSet/>
      <dgm:spPr/>
      <dgm:t>
        <a:bodyPr/>
        <a:lstStyle/>
        <a:p>
          <a:endParaRPr lang="en-US"/>
        </a:p>
      </dgm:t>
    </dgm:pt>
    <dgm:pt modelId="{A8B708C4-AD02-44A4-B8AF-5DA393A2C517}">
      <dgm:prSet/>
      <dgm:spPr/>
      <dgm:t>
        <a:bodyPr/>
        <a:lstStyle/>
        <a:p>
          <a:r>
            <a:rPr lang="en-US" b="0" i="0" baseline="0"/>
            <a:t>Add FIFA/EA performance ratings and injury stats.</a:t>
          </a:r>
          <a:endParaRPr lang="en-US"/>
        </a:p>
      </dgm:t>
    </dgm:pt>
    <dgm:pt modelId="{3D76BC4A-3A2D-43EB-ABDC-DAA9EFA8619F}" type="parTrans" cxnId="{0194B06C-02C6-4AB1-A56C-7A30B039A6CC}">
      <dgm:prSet/>
      <dgm:spPr/>
      <dgm:t>
        <a:bodyPr/>
        <a:lstStyle/>
        <a:p>
          <a:endParaRPr lang="en-US"/>
        </a:p>
      </dgm:t>
    </dgm:pt>
    <dgm:pt modelId="{5DF92664-0921-4BD3-9F2C-E50E857A5248}" type="sibTrans" cxnId="{0194B06C-02C6-4AB1-A56C-7A30B039A6CC}">
      <dgm:prSet/>
      <dgm:spPr/>
      <dgm:t>
        <a:bodyPr/>
        <a:lstStyle/>
        <a:p>
          <a:endParaRPr lang="en-US"/>
        </a:p>
      </dgm:t>
    </dgm:pt>
    <dgm:pt modelId="{D3A1FB57-1FAA-4496-A26F-ECF47189912A}">
      <dgm:prSet/>
      <dgm:spPr/>
      <dgm:t>
        <a:bodyPr/>
        <a:lstStyle/>
        <a:p>
          <a:r>
            <a:rPr lang="en-US" b="0" i="0" baseline="0"/>
            <a:t>Try XGBoost or LightGBM for recall boost.</a:t>
          </a:r>
          <a:endParaRPr lang="en-US"/>
        </a:p>
      </dgm:t>
    </dgm:pt>
    <dgm:pt modelId="{3172E319-D9D8-4DA8-9C11-AD895391CCA2}" type="parTrans" cxnId="{CEDACD86-F9A2-4397-BBB6-4B7211BCA120}">
      <dgm:prSet/>
      <dgm:spPr/>
      <dgm:t>
        <a:bodyPr/>
        <a:lstStyle/>
        <a:p>
          <a:endParaRPr lang="en-US"/>
        </a:p>
      </dgm:t>
    </dgm:pt>
    <dgm:pt modelId="{300D6888-9E2B-4D47-B478-720AFB03D864}" type="sibTrans" cxnId="{CEDACD86-F9A2-4397-BBB6-4B7211BCA120}">
      <dgm:prSet/>
      <dgm:spPr/>
      <dgm:t>
        <a:bodyPr/>
        <a:lstStyle/>
        <a:p>
          <a:endParaRPr lang="en-US"/>
        </a:p>
      </dgm:t>
    </dgm:pt>
    <dgm:pt modelId="{3B25A666-574A-40AB-A713-CBA15DB67DA0}">
      <dgm:prSet/>
      <dgm:spPr/>
      <dgm:t>
        <a:bodyPr/>
        <a:lstStyle/>
        <a:p>
          <a:r>
            <a:rPr lang="en-US" b="0" i="0" baseline="0"/>
            <a:t>Deploy Streamlit dashboard for scouting use.</a:t>
          </a:r>
          <a:endParaRPr lang="en-US"/>
        </a:p>
      </dgm:t>
    </dgm:pt>
    <dgm:pt modelId="{68B3BFE6-B740-4494-B472-48612809260A}" type="parTrans" cxnId="{002CD25E-322A-4404-94BD-DD12C48E4CD1}">
      <dgm:prSet/>
      <dgm:spPr/>
      <dgm:t>
        <a:bodyPr/>
        <a:lstStyle/>
        <a:p>
          <a:endParaRPr lang="en-US"/>
        </a:p>
      </dgm:t>
    </dgm:pt>
    <dgm:pt modelId="{96715BFC-E9DD-4C19-A22D-200506A51F5F}" type="sibTrans" cxnId="{002CD25E-322A-4404-94BD-DD12C48E4CD1}">
      <dgm:prSet/>
      <dgm:spPr/>
      <dgm:t>
        <a:bodyPr/>
        <a:lstStyle/>
        <a:p>
          <a:endParaRPr lang="en-US"/>
        </a:p>
      </dgm:t>
    </dgm:pt>
    <dgm:pt modelId="{27094422-780A-4C08-878F-BDEE85A74A76}" type="pres">
      <dgm:prSet presAssocID="{47E6EB35-1416-4C55-8294-C3597C23CB33}" presName="Name0" presStyleCnt="0">
        <dgm:presLayoutVars>
          <dgm:dir/>
          <dgm:resizeHandles val="exact"/>
        </dgm:presLayoutVars>
      </dgm:prSet>
      <dgm:spPr/>
    </dgm:pt>
    <dgm:pt modelId="{99828071-DE04-4E47-AAB4-B9A4C9C1A43B}" type="pres">
      <dgm:prSet presAssocID="{33D3C362-6C18-4CDF-AEF1-D3ADD981DFDF}" presName="node" presStyleLbl="node1" presStyleIdx="0" presStyleCnt="6">
        <dgm:presLayoutVars>
          <dgm:bulletEnabled val="1"/>
        </dgm:presLayoutVars>
      </dgm:prSet>
      <dgm:spPr/>
    </dgm:pt>
    <dgm:pt modelId="{200F6F34-73A6-49BD-B8D9-71F6F0CE1203}" type="pres">
      <dgm:prSet presAssocID="{F540191E-85C5-4644-B661-60AE160B6D16}" presName="sibTrans" presStyleLbl="sibTrans1D1" presStyleIdx="0" presStyleCnt="5"/>
      <dgm:spPr/>
    </dgm:pt>
    <dgm:pt modelId="{CC4104F9-507E-439E-93B0-E92F0F76E204}" type="pres">
      <dgm:prSet presAssocID="{F540191E-85C5-4644-B661-60AE160B6D16}" presName="connectorText" presStyleLbl="sibTrans1D1" presStyleIdx="0" presStyleCnt="5"/>
      <dgm:spPr/>
    </dgm:pt>
    <dgm:pt modelId="{0E698743-6C54-4E26-A996-85F3EB1B6B24}" type="pres">
      <dgm:prSet presAssocID="{1E6C20FA-80DA-4440-B6DF-CFC02DA2A4B6}" presName="node" presStyleLbl="node1" presStyleIdx="1" presStyleCnt="6">
        <dgm:presLayoutVars>
          <dgm:bulletEnabled val="1"/>
        </dgm:presLayoutVars>
      </dgm:prSet>
      <dgm:spPr/>
    </dgm:pt>
    <dgm:pt modelId="{6734CB6D-779F-4449-8537-C67809DE8E85}" type="pres">
      <dgm:prSet presAssocID="{59D3AA37-1E83-46B9-A0E8-B22950B373B5}" presName="sibTrans" presStyleLbl="sibTrans1D1" presStyleIdx="1" presStyleCnt="5"/>
      <dgm:spPr/>
    </dgm:pt>
    <dgm:pt modelId="{225071D1-9AF1-45B3-A170-62FD6BB51FCA}" type="pres">
      <dgm:prSet presAssocID="{59D3AA37-1E83-46B9-A0E8-B22950B373B5}" presName="connectorText" presStyleLbl="sibTrans1D1" presStyleIdx="1" presStyleCnt="5"/>
      <dgm:spPr/>
    </dgm:pt>
    <dgm:pt modelId="{506B141F-AAE9-4AE2-8323-0A61405D82D6}" type="pres">
      <dgm:prSet presAssocID="{491FAC43-43BD-4B62-BE58-1A15374D6A4B}" presName="node" presStyleLbl="node1" presStyleIdx="2" presStyleCnt="6">
        <dgm:presLayoutVars>
          <dgm:bulletEnabled val="1"/>
        </dgm:presLayoutVars>
      </dgm:prSet>
      <dgm:spPr/>
    </dgm:pt>
    <dgm:pt modelId="{B4118A10-191D-4423-94C0-EF6BB0792206}" type="pres">
      <dgm:prSet presAssocID="{CF132A4B-5E73-4BDE-9E04-FE5251CB657E}" presName="sibTrans" presStyleLbl="sibTrans1D1" presStyleIdx="2" presStyleCnt="5"/>
      <dgm:spPr/>
    </dgm:pt>
    <dgm:pt modelId="{3FD51DF7-B73A-42E1-9484-CD01A887E2FE}" type="pres">
      <dgm:prSet presAssocID="{CF132A4B-5E73-4BDE-9E04-FE5251CB657E}" presName="connectorText" presStyleLbl="sibTrans1D1" presStyleIdx="2" presStyleCnt="5"/>
      <dgm:spPr/>
    </dgm:pt>
    <dgm:pt modelId="{BE7A1F1F-588D-4B12-8B87-A382262C0568}" type="pres">
      <dgm:prSet presAssocID="{A8B708C4-AD02-44A4-B8AF-5DA393A2C517}" presName="node" presStyleLbl="node1" presStyleIdx="3" presStyleCnt="6">
        <dgm:presLayoutVars>
          <dgm:bulletEnabled val="1"/>
        </dgm:presLayoutVars>
      </dgm:prSet>
      <dgm:spPr/>
    </dgm:pt>
    <dgm:pt modelId="{40F4B035-EF5E-46E7-AAEB-B9B0DC6328FB}" type="pres">
      <dgm:prSet presAssocID="{5DF92664-0921-4BD3-9F2C-E50E857A5248}" presName="sibTrans" presStyleLbl="sibTrans1D1" presStyleIdx="3" presStyleCnt="5"/>
      <dgm:spPr/>
    </dgm:pt>
    <dgm:pt modelId="{C71AFA7E-24A8-4E4B-A00D-D469221AB910}" type="pres">
      <dgm:prSet presAssocID="{5DF92664-0921-4BD3-9F2C-E50E857A5248}" presName="connectorText" presStyleLbl="sibTrans1D1" presStyleIdx="3" presStyleCnt="5"/>
      <dgm:spPr/>
    </dgm:pt>
    <dgm:pt modelId="{7E438821-9CB5-4562-BBD2-5209D88D0BAA}" type="pres">
      <dgm:prSet presAssocID="{D3A1FB57-1FAA-4496-A26F-ECF47189912A}" presName="node" presStyleLbl="node1" presStyleIdx="4" presStyleCnt="6">
        <dgm:presLayoutVars>
          <dgm:bulletEnabled val="1"/>
        </dgm:presLayoutVars>
      </dgm:prSet>
      <dgm:spPr/>
    </dgm:pt>
    <dgm:pt modelId="{066603A6-69BE-46FE-B0D5-A7AE8310DFD9}" type="pres">
      <dgm:prSet presAssocID="{300D6888-9E2B-4D47-B478-720AFB03D864}" presName="sibTrans" presStyleLbl="sibTrans1D1" presStyleIdx="4" presStyleCnt="5"/>
      <dgm:spPr/>
    </dgm:pt>
    <dgm:pt modelId="{7BB27CA5-78AB-4B8C-8012-7EC132A3AEE0}" type="pres">
      <dgm:prSet presAssocID="{300D6888-9E2B-4D47-B478-720AFB03D864}" presName="connectorText" presStyleLbl="sibTrans1D1" presStyleIdx="4" presStyleCnt="5"/>
      <dgm:spPr/>
    </dgm:pt>
    <dgm:pt modelId="{767C4536-D761-4688-8B71-82128D701AEF}" type="pres">
      <dgm:prSet presAssocID="{3B25A666-574A-40AB-A713-CBA15DB67DA0}" presName="node" presStyleLbl="node1" presStyleIdx="5" presStyleCnt="6">
        <dgm:presLayoutVars>
          <dgm:bulletEnabled val="1"/>
        </dgm:presLayoutVars>
      </dgm:prSet>
      <dgm:spPr/>
    </dgm:pt>
  </dgm:ptLst>
  <dgm:cxnLst>
    <dgm:cxn modelId="{65E3650D-8CFE-4647-9835-20F63C844F43}" type="presOf" srcId="{CF132A4B-5E73-4BDE-9E04-FE5251CB657E}" destId="{B4118A10-191D-4423-94C0-EF6BB0792206}" srcOrd="0" destOrd="0" presId="urn:microsoft.com/office/officeart/2016/7/layout/RepeatingBendingProcessNew"/>
    <dgm:cxn modelId="{67A14325-F86C-41E9-A640-BF5118073914}" type="presOf" srcId="{300D6888-9E2B-4D47-B478-720AFB03D864}" destId="{066603A6-69BE-46FE-B0D5-A7AE8310DFD9}" srcOrd="0" destOrd="0" presId="urn:microsoft.com/office/officeart/2016/7/layout/RepeatingBendingProcessNew"/>
    <dgm:cxn modelId="{1F3CDD28-8EC8-4658-BFBB-30D1B261890D}" type="presOf" srcId="{5DF92664-0921-4BD3-9F2C-E50E857A5248}" destId="{C71AFA7E-24A8-4E4B-A00D-D469221AB910}" srcOrd="1" destOrd="0" presId="urn:microsoft.com/office/officeart/2016/7/layout/RepeatingBendingProcessNew"/>
    <dgm:cxn modelId="{FB98DC2B-2EF6-4B1E-BE9C-BA1579012076}" type="presOf" srcId="{33D3C362-6C18-4CDF-AEF1-D3ADD981DFDF}" destId="{99828071-DE04-4E47-AAB4-B9A4C9C1A43B}" srcOrd="0" destOrd="0" presId="urn:microsoft.com/office/officeart/2016/7/layout/RepeatingBendingProcessNew"/>
    <dgm:cxn modelId="{497BD131-4332-49E4-9144-FE8481AFA067}" type="presOf" srcId="{300D6888-9E2B-4D47-B478-720AFB03D864}" destId="{7BB27CA5-78AB-4B8C-8012-7EC132A3AEE0}" srcOrd="1" destOrd="0" presId="urn:microsoft.com/office/officeart/2016/7/layout/RepeatingBendingProcessNew"/>
    <dgm:cxn modelId="{4E2B9638-55BF-42D8-9F27-7CDC9C392D95}" type="presOf" srcId="{CF132A4B-5E73-4BDE-9E04-FE5251CB657E}" destId="{3FD51DF7-B73A-42E1-9484-CD01A887E2FE}" srcOrd="1" destOrd="0" presId="urn:microsoft.com/office/officeart/2016/7/layout/RepeatingBendingProcessNew"/>
    <dgm:cxn modelId="{AA69A340-9E12-4F28-BDB0-6A11C1755527}" type="presOf" srcId="{D3A1FB57-1FAA-4496-A26F-ECF47189912A}" destId="{7E438821-9CB5-4562-BBD2-5209D88D0BAA}" srcOrd="0" destOrd="0" presId="urn:microsoft.com/office/officeart/2016/7/layout/RepeatingBendingProcessNew"/>
    <dgm:cxn modelId="{002CD25E-322A-4404-94BD-DD12C48E4CD1}" srcId="{47E6EB35-1416-4C55-8294-C3597C23CB33}" destId="{3B25A666-574A-40AB-A713-CBA15DB67DA0}" srcOrd="5" destOrd="0" parTransId="{68B3BFE6-B740-4494-B472-48612809260A}" sibTransId="{96715BFC-E9DD-4C19-A22D-200506A51F5F}"/>
    <dgm:cxn modelId="{7AD62B62-4E2E-4745-B54C-565CC3405A7B}" type="presOf" srcId="{F540191E-85C5-4644-B661-60AE160B6D16}" destId="{CC4104F9-507E-439E-93B0-E92F0F76E204}" srcOrd="1" destOrd="0" presId="urn:microsoft.com/office/officeart/2016/7/layout/RepeatingBendingProcessNew"/>
    <dgm:cxn modelId="{A6883F66-AD05-4CED-B0B4-C9564398959E}" type="presOf" srcId="{A8B708C4-AD02-44A4-B8AF-5DA393A2C517}" destId="{BE7A1F1F-588D-4B12-8B87-A382262C0568}" srcOrd="0" destOrd="0" presId="urn:microsoft.com/office/officeart/2016/7/layout/RepeatingBendingProcessNew"/>
    <dgm:cxn modelId="{331F3C6C-3328-47E1-87C2-6075E5187B14}" type="presOf" srcId="{1E6C20FA-80DA-4440-B6DF-CFC02DA2A4B6}" destId="{0E698743-6C54-4E26-A996-85F3EB1B6B24}" srcOrd="0" destOrd="0" presId="urn:microsoft.com/office/officeart/2016/7/layout/RepeatingBendingProcessNew"/>
    <dgm:cxn modelId="{0194B06C-02C6-4AB1-A56C-7A30B039A6CC}" srcId="{47E6EB35-1416-4C55-8294-C3597C23CB33}" destId="{A8B708C4-AD02-44A4-B8AF-5DA393A2C517}" srcOrd="3" destOrd="0" parTransId="{3D76BC4A-3A2D-43EB-ABDC-DAA9EFA8619F}" sibTransId="{5DF92664-0921-4BD3-9F2C-E50E857A5248}"/>
    <dgm:cxn modelId="{CEDACD86-F9A2-4397-BBB6-4B7211BCA120}" srcId="{47E6EB35-1416-4C55-8294-C3597C23CB33}" destId="{D3A1FB57-1FAA-4496-A26F-ECF47189912A}" srcOrd="4" destOrd="0" parTransId="{3172E319-D9D8-4DA8-9C11-AD895391CCA2}" sibTransId="{300D6888-9E2B-4D47-B478-720AFB03D864}"/>
    <dgm:cxn modelId="{2976A292-9764-4034-AF44-3964D5BC2B04}" srcId="{47E6EB35-1416-4C55-8294-C3597C23CB33}" destId="{33D3C362-6C18-4CDF-AEF1-D3ADD981DFDF}" srcOrd="0" destOrd="0" parTransId="{81E95625-DE72-4910-9ADF-C03CA1B13E66}" sibTransId="{F540191E-85C5-4644-B661-60AE160B6D16}"/>
    <dgm:cxn modelId="{A8AE6CA6-5D04-4A03-9043-EBCB57B66CCB}" srcId="{47E6EB35-1416-4C55-8294-C3597C23CB33}" destId="{491FAC43-43BD-4B62-BE58-1A15374D6A4B}" srcOrd="2" destOrd="0" parTransId="{0E695F4A-E9E1-4282-BD5D-70C93414C36D}" sibTransId="{CF132A4B-5E73-4BDE-9E04-FE5251CB657E}"/>
    <dgm:cxn modelId="{22B3BCAC-2C12-42F5-B503-770E73C565FF}" type="presOf" srcId="{491FAC43-43BD-4B62-BE58-1A15374D6A4B}" destId="{506B141F-AAE9-4AE2-8323-0A61405D82D6}" srcOrd="0" destOrd="0" presId="urn:microsoft.com/office/officeart/2016/7/layout/RepeatingBendingProcessNew"/>
    <dgm:cxn modelId="{4B8550AE-A389-4808-9509-966E64290F92}" type="presOf" srcId="{5DF92664-0921-4BD3-9F2C-E50E857A5248}" destId="{40F4B035-EF5E-46E7-AAEB-B9B0DC6328FB}" srcOrd="0" destOrd="0" presId="urn:microsoft.com/office/officeart/2016/7/layout/RepeatingBendingProcessNew"/>
    <dgm:cxn modelId="{B9122EBD-7F09-4C2C-BF91-6D1B0EC2B73C}" srcId="{47E6EB35-1416-4C55-8294-C3597C23CB33}" destId="{1E6C20FA-80DA-4440-B6DF-CFC02DA2A4B6}" srcOrd="1" destOrd="0" parTransId="{06524A66-856D-49F7-8B07-24A5EDC99A76}" sibTransId="{59D3AA37-1E83-46B9-A0E8-B22950B373B5}"/>
    <dgm:cxn modelId="{7965D6DC-00AE-489E-A2F5-D794ED9A523A}" type="presOf" srcId="{59D3AA37-1E83-46B9-A0E8-B22950B373B5}" destId="{225071D1-9AF1-45B3-A170-62FD6BB51FCA}" srcOrd="1" destOrd="0" presId="urn:microsoft.com/office/officeart/2016/7/layout/RepeatingBendingProcessNew"/>
    <dgm:cxn modelId="{B1A408E7-047F-4BE1-A9FD-5CD72A407F01}" type="presOf" srcId="{47E6EB35-1416-4C55-8294-C3597C23CB33}" destId="{27094422-780A-4C08-878F-BDEE85A74A76}" srcOrd="0" destOrd="0" presId="urn:microsoft.com/office/officeart/2016/7/layout/RepeatingBendingProcessNew"/>
    <dgm:cxn modelId="{B80797E9-C895-405E-918A-A5364F7B2857}" type="presOf" srcId="{59D3AA37-1E83-46B9-A0E8-B22950B373B5}" destId="{6734CB6D-779F-4449-8537-C67809DE8E85}" srcOrd="0" destOrd="0" presId="urn:microsoft.com/office/officeart/2016/7/layout/RepeatingBendingProcessNew"/>
    <dgm:cxn modelId="{A98B1DF7-75AA-442F-937D-07BD2F7FE7D7}" type="presOf" srcId="{F540191E-85C5-4644-B661-60AE160B6D16}" destId="{200F6F34-73A6-49BD-B8D9-71F6F0CE1203}" srcOrd="0" destOrd="0" presId="urn:microsoft.com/office/officeart/2016/7/layout/RepeatingBendingProcessNew"/>
    <dgm:cxn modelId="{B3F27CFE-FA52-4630-ABF9-F482AE00C22B}" type="presOf" srcId="{3B25A666-574A-40AB-A713-CBA15DB67DA0}" destId="{767C4536-D761-4688-8B71-82128D701AEF}" srcOrd="0" destOrd="0" presId="urn:microsoft.com/office/officeart/2016/7/layout/RepeatingBendingProcessNew"/>
    <dgm:cxn modelId="{16406709-9BC4-4400-9EE6-C2D312F28514}" type="presParOf" srcId="{27094422-780A-4C08-878F-BDEE85A74A76}" destId="{99828071-DE04-4E47-AAB4-B9A4C9C1A43B}" srcOrd="0" destOrd="0" presId="urn:microsoft.com/office/officeart/2016/7/layout/RepeatingBendingProcessNew"/>
    <dgm:cxn modelId="{569CEDC6-F1CA-446E-A099-28B95E3588F2}" type="presParOf" srcId="{27094422-780A-4C08-878F-BDEE85A74A76}" destId="{200F6F34-73A6-49BD-B8D9-71F6F0CE1203}" srcOrd="1" destOrd="0" presId="urn:microsoft.com/office/officeart/2016/7/layout/RepeatingBendingProcessNew"/>
    <dgm:cxn modelId="{BA42BB2A-9D70-4B9B-8056-4B1C644FD800}" type="presParOf" srcId="{200F6F34-73A6-49BD-B8D9-71F6F0CE1203}" destId="{CC4104F9-507E-439E-93B0-E92F0F76E204}" srcOrd="0" destOrd="0" presId="urn:microsoft.com/office/officeart/2016/7/layout/RepeatingBendingProcessNew"/>
    <dgm:cxn modelId="{F0B739A0-EBA7-4A3E-81D2-AD1301678290}" type="presParOf" srcId="{27094422-780A-4C08-878F-BDEE85A74A76}" destId="{0E698743-6C54-4E26-A996-85F3EB1B6B24}" srcOrd="2" destOrd="0" presId="urn:microsoft.com/office/officeart/2016/7/layout/RepeatingBendingProcessNew"/>
    <dgm:cxn modelId="{AA1E1568-58BC-4977-BBAB-830C7CBF640D}" type="presParOf" srcId="{27094422-780A-4C08-878F-BDEE85A74A76}" destId="{6734CB6D-779F-4449-8537-C67809DE8E85}" srcOrd="3" destOrd="0" presId="urn:microsoft.com/office/officeart/2016/7/layout/RepeatingBendingProcessNew"/>
    <dgm:cxn modelId="{F4AAA636-665D-4630-8698-FF353473BCBD}" type="presParOf" srcId="{6734CB6D-779F-4449-8537-C67809DE8E85}" destId="{225071D1-9AF1-45B3-A170-62FD6BB51FCA}" srcOrd="0" destOrd="0" presId="urn:microsoft.com/office/officeart/2016/7/layout/RepeatingBendingProcessNew"/>
    <dgm:cxn modelId="{7153348D-22DD-4C03-9538-C975894B7612}" type="presParOf" srcId="{27094422-780A-4C08-878F-BDEE85A74A76}" destId="{506B141F-AAE9-4AE2-8323-0A61405D82D6}" srcOrd="4" destOrd="0" presId="urn:microsoft.com/office/officeart/2016/7/layout/RepeatingBendingProcessNew"/>
    <dgm:cxn modelId="{714AF9CA-70AE-4709-BB89-7E5FC5EAEFFE}" type="presParOf" srcId="{27094422-780A-4C08-878F-BDEE85A74A76}" destId="{B4118A10-191D-4423-94C0-EF6BB0792206}" srcOrd="5" destOrd="0" presId="urn:microsoft.com/office/officeart/2016/7/layout/RepeatingBendingProcessNew"/>
    <dgm:cxn modelId="{C31E36C9-6D02-4639-BEC7-64791F1686BC}" type="presParOf" srcId="{B4118A10-191D-4423-94C0-EF6BB0792206}" destId="{3FD51DF7-B73A-42E1-9484-CD01A887E2FE}" srcOrd="0" destOrd="0" presId="urn:microsoft.com/office/officeart/2016/7/layout/RepeatingBendingProcessNew"/>
    <dgm:cxn modelId="{7797655B-E585-406E-B59F-1CFBF3F5D891}" type="presParOf" srcId="{27094422-780A-4C08-878F-BDEE85A74A76}" destId="{BE7A1F1F-588D-4B12-8B87-A382262C0568}" srcOrd="6" destOrd="0" presId="urn:microsoft.com/office/officeart/2016/7/layout/RepeatingBendingProcessNew"/>
    <dgm:cxn modelId="{145A9061-8460-4A5B-BC1D-1946EED483C3}" type="presParOf" srcId="{27094422-780A-4C08-878F-BDEE85A74A76}" destId="{40F4B035-EF5E-46E7-AAEB-B9B0DC6328FB}" srcOrd="7" destOrd="0" presId="urn:microsoft.com/office/officeart/2016/7/layout/RepeatingBendingProcessNew"/>
    <dgm:cxn modelId="{06522DE7-AEF8-4BA1-B991-93631A5D357F}" type="presParOf" srcId="{40F4B035-EF5E-46E7-AAEB-B9B0DC6328FB}" destId="{C71AFA7E-24A8-4E4B-A00D-D469221AB910}" srcOrd="0" destOrd="0" presId="urn:microsoft.com/office/officeart/2016/7/layout/RepeatingBendingProcessNew"/>
    <dgm:cxn modelId="{0EA452D7-EB0A-4F97-B7EE-17D676D05AA3}" type="presParOf" srcId="{27094422-780A-4C08-878F-BDEE85A74A76}" destId="{7E438821-9CB5-4562-BBD2-5209D88D0BAA}" srcOrd="8" destOrd="0" presId="urn:microsoft.com/office/officeart/2016/7/layout/RepeatingBendingProcessNew"/>
    <dgm:cxn modelId="{BB2715CC-1C99-4907-8051-00ED1DDB54BE}" type="presParOf" srcId="{27094422-780A-4C08-878F-BDEE85A74A76}" destId="{066603A6-69BE-46FE-B0D5-A7AE8310DFD9}" srcOrd="9" destOrd="0" presId="urn:microsoft.com/office/officeart/2016/7/layout/RepeatingBendingProcessNew"/>
    <dgm:cxn modelId="{97357837-AD85-4ED5-BDC9-482EF21F1CE9}" type="presParOf" srcId="{066603A6-69BE-46FE-B0D5-A7AE8310DFD9}" destId="{7BB27CA5-78AB-4B8C-8012-7EC132A3AEE0}" srcOrd="0" destOrd="0" presId="urn:microsoft.com/office/officeart/2016/7/layout/RepeatingBendingProcessNew"/>
    <dgm:cxn modelId="{445B9108-27DB-4256-928B-C30652FDE334}" type="presParOf" srcId="{27094422-780A-4C08-878F-BDEE85A74A76}" destId="{767C4536-D761-4688-8B71-82128D701AEF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CFECB54-70F6-4C60-B13E-5272DB775D7B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E6A8453-7BA5-47FD-B030-E902B4B009AC}">
      <dgm:prSet/>
      <dgm:spPr/>
      <dgm:t>
        <a:bodyPr/>
        <a:lstStyle/>
        <a:p>
          <a:r>
            <a:rPr lang="en-US"/>
            <a:t>Quantifies risk for every potential transfer.</a:t>
          </a:r>
        </a:p>
      </dgm:t>
    </dgm:pt>
    <dgm:pt modelId="{CC2573E5-70FA-474E-9DCA-B4D25440C972}" type="parTrans" cxnId="{FD6EE3C4-97E2-434E-B540-DBA38A4EDD57}">
      <dgm:prSet/>
      <dgm:spPr/>
      <dgm:t>
        <a:bodyPr/>
        <a:lstStyle/>
        <a:p>
          <a:endParaRPr lang="en-US"/>
        </a:p>
      </dgm:t>
    </dgm:pt>
    <dgm:pt modelId="{A43BAE3F-5627-4D79-A125-76A253B763FF}" type="sibTrans" cxnId="{FD6EE3C4-97E2-434E-B540-DBA38A4EDD57}">
      <dgm:prSet/>
      <dgm:spPr/>
      <dgm:t>
        <a:bodyPr/>
        <a:lstStyle/>
        <a:p>
          <a:endParaRPr lang="en-US"/>
        </a:p>
      </dgm:t>
    </dgm:pt>
    <dgm:pt modelId="{0B0204EF-D6FB-439D-AB0E-50F4BBD11E55}">
      <dgm:prSet/>
      <dgm:spPr/>
      <dgm:t>
        <a:bodyPr/>
        <a:lstStyle/>
        <a:p>
          <a:r>
            <a:rPr lang="en-US"/>
            <a:t>Supports clubs in contract negotiations and budget allocation.</a:t>
          </a:r>
        </a:p>
      </dgm:t>
    </dgm:pt>
    <dgm:pt modelId="{4EEC774A-8D4D-44CE-8E7B-8BB81D8A0D18}" type="parTrans" cxnId="{C3522467-262D-4595-A559-1BFD26E7812A}">
      <dgm:prSet/>
      <dgm:spPr/>
      <dgm:t>
        <a:bodyPr/>
        <a:lstStyle/>
        <a:p>
          <a:endParaRPr lang="en-US"/>
        </a:p>
      </dgm:t>
    </dgm:pt>
    <dgm:pt modelId="{025D9094-3E6F-4001-AA95-3CB398E4185E}" type="sibTrans" cxnId="{C3522467-262D-4595-A559-1BFD26E7812A}">
      <dgm:prSet/>
      <dgm:spPr/>
      <dgm:t>
        <a:bodyPr/>
        <a:lstStyle/>
        <a:p>
          <a:endParaRPr lang="en-US"/>
        </a:p>
      </dgm:t>
    </dgm:pt>
    <dgm:pt modelId="{2F4E9227-BFB6-4B7F-9CCD-E7B074EA60C2}">
      <dgm:prSet/>
      <dgm:spPr/>
      <dgm:t>
        <a:bodyPr/>
        <a:lstStyle/>
        <a:p>
          <a:r>
            <a:rPr lang="en-US"/>
            <a:t>Enables data-driven scouting to avoid costly mistakes.</a:t>
          </a:r>
          <a:br>
            <a:rPr lang="en-US"/>
          </a:br>
          <a:r>
            <a:rPr lang="en-US" b="1"/>
            <a:t>Final Takeaway:</a:t>
          </a:r>
          <a:endParaRPr lang="en-US"/>
        </a:p>
      </dgm:t>
    </dgm:pt>
    <dgm:pt modelId="{B984DFF9-E230-4146-B878-13630F613AF2}" type="parTrans" cxnId="{7E60F1E4-7CDD-43B2-9FDA-1D2303A31EE3}">
      <dgm:prSet/>
      <dgm:spPr/>
      <dgm:t>
        <a:bodyPr/>
        <a:lstStyle/>
        <a:p>
          <a:endParaRPr lang="en-US"/>
        </a:p>
      </dgm:t>
    </dgm:pt>
    <dgm:pt modelId="{3C35562D-35DA-4235-99C8-EE0A6D2C36A2}" type="sibTrans" cxnId="{7E60F1E4-7CDD-43B2-9FDA-1D2303A31EE3}">
      <dgm:prSet/>
      <dgm:spPr/>
      <dgm:t>
        <a:bodyPr/>
        <a:lstStyle/>
        <a:p>
          <a:endParaRPr lang="en-US"/>
        </a:p>
      </dgm:t>
    </dgm:pt>
    <dgm:pt modelId="{8AB280E5-90B6-4B89-85FA-AE014BCD1072}">
      <dgm:prSet/>
      <dgm:spPr/>
      <dgm:t>
        <a:bodyPr/>
        <a:lstStyle/>
        <a:p>
          <a:r>
            <a:rPr lang="en-US" i="1"/>
            <a:t>A 0.76 AUC model can meaningfully reduce transfer risk through data-driven analytics.</a:t>
          </a:r>
          <a:endParaRPr lang="en-US"/>
        </a:p>
      </dgm:t>
    </dgm:pt>
    <dgm:pt modelId="{366ADBB6-2C2E-4C29-8A64-51C4F044F561}" type="parTrans" cxnId="{82CD7932-C87E-442F-9CD5-1F3C31F73FE9}">
      <dgm:prSet/>
      <dgm:spPr/>
      <dgm:t>
        <a:bodyPr/>
        <a:lstStyle/>
        <a:p>
          <a:endParaRPr lang="en-US"/>
        </a:p>
      </dgm:t>
    </dgm:pt>
    <dgm:pt modelId="{C9D2DE1C-6FA3-4796-B373-9FCA540DC75E}" type="sibTrans" cxnId="{82CD7932-C87E-442F-9CD5-1F3C31F73FE9}">
      <dgm:prSet/>
      <dgm:spPr/>
      <dgm:t>
        <a:bodyPr/>
        <a:lstStyle/>
        <a:p>
          <a:endParaRPr lang="en-US"/>
        </a:p>
      </dgm:t>
    </dgm:pt>
    <dgm:pt modelId="{DD9DBF1E-24DD-4393-913D-2FA8F025DA01}" type="pres">
      <dgm:prSet presAssocID="{6CFECB54-70F6-4C60-B13E-5272DB775D7B}" presName="matrix" presStyleCnt="0">
        <dgm:presLayoutVars>
          <dgm:chMax val="1"/>
          <dgm:dir/>
          <dgm:resizeHandles val="exact"/>
        </dgm:presLayoutVars>
      </dgm:prSet>
      <dgm:spPr/>
    </dgm:pt>
    <dgm:pt modelId="{DBAAEB80-AFDC-4060-A35C-FBD2592F0E39}" type="pres">
      <dgm:prSet presAssocID="{6CFECB54-70F6-4C60-B13E-5272DB775D7B}" presName="diamond" presStyleLbl="bgShp" presStyleIdx="0" presStyleCnt="1"/>
      <dgm:spPr/>
    </dgm:pt>
    <dgm:pt modelId="{61FD5157-F54B-441A-8F99-663F9B91D8BD}" type="pres">
      <dgm:prSet presAssocID="{6CFECB54-70F6-4C60-B13E-5272DB775D7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231D485-A028-4780-844D-63A6920118E0}" type="pres">
      <dgm:prSet presAssocID="{6CFECB54-70F6-4C60-B13E-5272DB775D7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C755EB9-F375-4B69-A94E-474396754778}" type="pres">
      <dgm:prSet presAssocID="{6CFECB54-70F6-4C60-B13E-5272DB775D7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4103AD8-CFEB-4641-B0C4-7202E2C0794F}" type="pres">
      <dgm:prSet presAssocID="{6CFECB54-70F6-4C60-B13E-5272DB775D7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CD64918-7726-4101-B85D-EE390A215F4E}" type="presOf" srcId="{2F4E9227-BFB6-4B7F-9CCD-E7B074EA60C2}" destId="{3C755EB9-F375-4B69-A94E-474396754778}" srcOrd="0" destOrd="0" presId="urn:microsoft.com/office/officeart/2005/8/layout/matrix3"/>
    <dgm:cxn modelId="{82CD7932-C87E-442F-9CD5-1F3C31F73FE9}" srcId="{6CFECB54-70F6-4C60-B13E-5272DB775D7B}" destId="{8AB280E5-90B6-4B89-85FA-AE014BCD1072}" srcOrd="3" destOrd="0" parTransId="{366ADBB6-2C2E-4C29-8A64-51C4F044F561}" sibTransId="{C9D2DE1C-6FA3-4796-B373-9FCA540DC75E}"/>
    <dgm:cxn modelId="{9E3A1E35-4578-49FE-8A38-574309C6EAE2}" type="presOf" srcId="{8AB280E5-90B6-4B89-85FA-AE014BCD1072}" destId="{64103AD8-CFEB-4641-B0C4-7202E2C0794F}" srcOrd="0" destOrd="0" presId="urn:microsoft.com/office/officeart/2005/8/layout/matrix3"/>
    <dgm:cxn modelId="{C3522467-262D-4595-A559-1BFD26E7812A}" srcId="{6CFECB54-70F6-4C60-B13E-5272DB775D7B}" destId="{0B0204EF-D6FB-439D-AB0E-50F4BBD11E55}" srcOrd="1" destOrd="0" parTransId="{4EEC774A-8D4D-44CE-8E7B-8BB81D8A0D18}" sibTransId="{025D9094-3E6F-4001-AA95-3CB398E4185E}"/>
    <dgm:cxn modelId="{060F6C75-01AE-47E1-B80C-920821FA2221}" type="presOf" srcId="{CE6A8453-7BA5-47FD-B030-E902B4B009AC}" destId="{61FD5157-F54B-441A-8F99-663F9B91D8BD}" srcOrd="0" destOrd="0" presId="urn:microsoft.com/office/officeart/2005/8/layout/matrix3"/>
    <dgm:cxn modelId="{D3C754B5-0867-4280-B09B-D4E86A5CB126}" type="presOf" srcId="{6CFECB54-70F6-4C60-B13E-5272DB775D7B}" destId="{DD9DBF1E-24DD-4393-913D-2FA8F025DA01}" srcOrd="0" destOrd="0" presId="urn:microsoft.com/office/officeart/2005/8/layout/matrix3"/>
    <dgm:cxn modelId="{FD6EE3C4-97E2-434E-B540-DBA38A4EDD57}" srcId="{6CFECB54-70F6-4C60-B13E-5272DB775D7B}" destId="{CE6A8453-7BA5-47FD-B030-E902B4B009AC}" srcOrd="0" destOrd="0" parTransId="{CC2573E5-70FA-474E-9DCA-B4D25440C972}" sibTransId="{A43BAE3F-5627-4D79-A125-76A253B763FF}"/>
    <dgm:cxn modelId="{7E60F1E4-7CDD-43B2-9FDA-1D2303A31EE3}" srcId="{6CFECB54-70F6-4C60-B13E-5272DB775D7B}" destId="{2F4E9227-BFB6-4B7F-9CCD-E7B074EA60C2}" srcOrd="2" destOrd="0" parTransId="{B984DFF9-E230-4146-B878-13630F613AF2}" sibTransId="{3C35562D-35DA-4235-99C8-EE0A6D2C36A2}"/>
    <dgm:cxn modelId="{53B964EA-EA42-4FBB-A48A-CDBFB90D5C56}" type="presOf" srcId="{0B0204EF-D6FB-439D-AB0E-50F4BBD11E55}" destId="{D231D485-A028-4780-844D-63A6920118E0}" srcOrd="0" destOrd="0" presId="urn:microsoft.com/office/officeart/2005/8/layout/matrix3"/>
    <dgm:cxn modelId="{7CC098F2-4CF1-4B23-B3F9-4A944A74A979}" type="presParOf" srcId="{DD9DBF1E-24DD-4393-913D-2FA8F025DA01}" destId="{DBAAEB80-AFDC-4060-A35C-FBD2592F0E39}" srcOrd="0" destOrd="0" presId="urn:microsoft.com/office/officeart/2005/8/layout/matrix3"/>
    <dgm:cxn modelId="{E83F6FC4-00A9-4048-A507-49129A8D029A}" type="presParOf" srcId="{DD9DBF1E-24DD-4393-913D-2FA8F025DA01}" destId="{61FD5157-F54B-441A-8F99-663F9B91D8BD}" srcOrd="1" destOrd="0" presId="urn:microsoft.com/office/officeart/2005/8/layout/matrix3"/>
    <dgm:cxn modelId="{43D62BC0-DFBB-45CC-B1CA-802FC7A349A0}" type="presParOf" srcId="{DD9DBF1E-24DD-4393-913D-2FA8F025DA01}" destId="{D231D485-A028-4780-844D-63A6920118E0}" srcOrd="2" destOrd="0" presId="urn:microsoft.com/office/officeart/2005/8/layout/matrix3"/>
    <dgm:cxn modelId="{94FF1B81-F91D-442A-9CFD-B0ADF5504005}" type="presParOf" srcId="{DD9DBF1E-24DD-4393-913D-2FA8F025DA01}" destId="{3C755EB9-F375-4B69-A94E-474396754778}" srcOrd="3" destOrd="0" presId="urn:microsoft.com/office/officeart/2005/8/layout/matrix3"/>
    <dgm:cxn modelId="{FFB4FB63-F750-4E3C-B33C-CC9CBD4BED77}" type="presParOf" srcId="{DD9DBF1E-24DD-4393-913D-2FA8F025DA01}" destId="{64103AD8-CFEB-4641-B0C4-7202E2C0794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3F5DC-BE69-4551-B972-9BD571EE935D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CDEA0-F3C1-4EF5-BB6F-919D24440D10}">
      <dsp:nvSpPr>
        <dsp:cNvPr id="0" name=""/>
        <dsp:cNvSpPr/>
      </dsp:nvSpPr>
      <dsp:spPr>
        <a:xfrm>
          <a:off x="0" y="0"/>
          <a:ext cx="6682011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Football clubs invest millions in player transfers.</a:t>
          </a:r>
        </a:p>
      </dsp:txBody>
      <dsp:txXfrm>
        <a:off x="0" y="0"/>
        <a:ext cx="6682011" cy="1087834"/>
      </dsp:txXfrm>
    </dsp:sp>
    <dsp:sp modelId="{6E8100FB-8DE1-46C6-BEF6-76C4423E63AF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EEF0A-1CF7-41EF-83E2-E458D38EDF40}">
      <dsp:nvSpPr>
        <dsp:cNvPr id="0" name=""/>
        <dsp:cNvSpPr/>
      </dsp:nvSpPr>
      <dsp:spPr>
        <a:xfrm>
          <a:off x="0" y="1087834"/>
          <a:ext cx="8727106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Many signings underperform after joining new clubs.</a:t>
          </a:r>
        </a:p>
      </dsp:txBody>
      <dsp:txXfrm>
        <a:off x="0" y="1087834"/>
        <a:ext cx="8727106" cy="1087834"/>
      </dsp:txXfrm>
    </dsp:sp>
    <dsp:sp modelId="{01A0254C-51ED-4026-8B22-A2BF5303D72E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EEFA4-6E84-413E-9D06-86E2AAFFBA6F}">
      <dsp:nvSpPr>
        <dsp:cNvPr id="0" name=""/>
        <dsp:cNvSpPr/>
      </dsp:nvSpPr>
      <dsp:spPr>
        <a:xfrm>
          <a:off x="0" y="2175669"/>
          <a:ext cx="827483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Goal: Predict the likelihood of a player’s </a:t>
          </a:r>
          <a:r>
            <a:rPr lang="en-US" sz="2600" b="1" kern="1200" dirty="0"/>
            <a:t>performance decline</a:t>
          </a:r>
          <a:r>
            <a:rPr lang="en-US" sz="2600" kern="1200" dirty="0"/>
            <a:t> post-transfer.</a:t>
          </a:r>
        </a:p>
      </dsp:txBody>
      <dsp:txXfrm>
        <a:off x="0" y="2175669"/>
        <a:ext cx="8274830" cy="1087834"/>
      </dsp:txXfrm>
    </dsp:sp>
    <dsp:sp modelId="{9DA40196-0DE3-4B16-9BA5-B7BC20EB895C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014C76-B54F-4535-B736-2E21C402CE17}">
      <dsp:nvSpPr>
        <dsp:cNvPr id="0" name=""/>
        <dsp:cNvSpPr/>
      </dsp:nvSpPr>
      <dsp:spPr>
        <a:xfrm>
          <a:off x="0" y="3263503"/>
          <a:ext cx="210312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Key Question:</a:t>
          </a:r>
          <a:endParaRPr lang="en-US" sz="2600" kern="1200"/>
        </a:p>
      </dsp:txBody>
      <dsp:txXfrm>
        <a:off x="0" y="3263503"/>
        <a:ext cx="2103120" cy="1087834"/>
      </dsp:txXfrm>
    </dsp:sp>
    <dsp:sp modelId="{3398049B-6D64-41F6-925D-4AADE1657289}">
      <dsp:nvSpPr>
        <dsp:cNvPr id="0" name=""/>
        <dsp:cNvSpPr/>
      </dsp:nvSpPr>
      <dsp:spPr>
        <a:xfrm>
          <a:off x="2260854" y="3312902"/>
          <a:ext cx="8254746" cy="987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1" kern="1200"/>
            <a:t>Given pre-transfer data, can we predict if a player’s performance will drop after a move?</a:t>
          </a:r>
          <a:br>
            <a:rPr lang="en-US" sz="1900" kern="1200"/>
          </a:br>
          <a:r>
            <a:rPr lang="en-US" sz="1900" b="1" kern="1200"/>
            <a:t>Stakeholders:</a:t>
          </a:r>
          <a:r>
            <a:rPr lang="en-US" sz="1900" kern="1200"/>
            <a:t> Scouts | Recruiters | Club Managers | Analysts</a:t>
          </a:r>
        </a:p>
      </dsp:txBody>
      <dsp:txXfrm>
        <a:off x="2260854" y="3312902"/>
        <a:ext cx="8254746" cy="987974"/>
      </dsp:txXfrm>
    </dsp:sp>
    <dsp:sp modelId="{A9B9D387-49DA-4072-8004-93A99B689707}">
      <dsp:nvSpPr>
        <dsp:cNvPr id="0" name=""/>
        <dsp:cNvSpPr/>
      </dsp:nvSpPr>
      <dsp:spPr>
        <a:xfrm>
          <a:off x="2103120" y="430087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9E85B-099D-4069-A1AC-0794E09F912E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F616FB-E915-402F-9A2F-0F116677FCE4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07AA3-E5C6-4B45-8ECA-14EC577B1C59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FBref</a:t>
          </a:r>
          <a:r>
            <a:rPr lang="en-US" sz="1800" b="0" i="0" kern="1200" baseline="0"/>
            <a:t> – Performance stats (minutes, goals, GA90).</a:t>
          </a:r>
          <a:endParaRPr lang="en-US" sz="1800" kern="1200"/>
        </a:p>
      </dsp:txBody>
      <dsp:txXfrm>
        <a:off x="1129902" y="4592"/>
        <a:ext cx="5171698" cy="978270"/>
      </dsp:txXfrm>
    </dsp:sp>
    <dsp:sp modelId="{488F964B-1046-4BD9-B18B-3C69FD146FCD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A29E0-E314-4857-951F-CC814D9976BB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97BF3-BD11-4BB5-8517-E49CBB204B1A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Transfermarkt</a:t>
          </a:r>
          <a:r>
            <a:rPr lang="en-US" sz="1800" b="0" i="0" kern="1200" baseline="0"/>
            <a:t> – Transfer fees, market values, league info.</a:t>
          </a:r>
          <a:endParaRPr lang="en-US" sz="1800" kern="1200"/>
        </a:p>
      </dsp:txBody>
      <dsp:txXfrm>
        <a:off x="1129902" y="1227431"/>
        <a:ext cx="5171698" cy="978270"/>
      </dsp:txXfrm>
    </dsp:sp>
    <dsp:sp modelId="{61FB5256-4D2C-4E17-925B-F9E40B25767A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1696A6-20CD-4C9B-860F-9C6459DEE714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4169F-87B1-4628-B91F-E855A2DD7925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Merged records:</a:t>
          </a:r>
          <a:r>
            <a:rPr lang="en-US" sz="1800" b="0" i="0" kern="1200" baseline="0"/>
            <a:t> ≈ </a:t>
          </a:r>
          <a:r>
            <a:rPr lang="en-US" sz="1800" kern="1200"/>
            <a:t>5000 </a:t>
          </a:r>
          <a:r>
            <a:rPr lang="en-US" sz="1800" b="0" i="0" kern="1200" baseline="0"/>
            <a:t>player-seasons.</a:t>
          </a:r>
          <a:endParaRPr lang="en-US" sz="1800" kern="1200"/>
        </a:p>
      </dsp:txBody>
      <dsp:txXfrm>
        <a:off x="1129902" y="2450269"/>
        <a:ext cx="5171698" cy="978270"/>
      </dsp:txXfrm>
    </dsp:sp>
    <dsp:sp modelId="{B8FD437B-8151-4779-91AC-07779F6328F6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C3801-A6AE-4276-A45D-7E5776222985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2057CC-F70A-4475-9A5C-583482663ADE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Key Variables:</a:t>
          </a:r>
          <a:br>
            <a:rPr lang="en-US" sz="1800" b="0" i="0" kern="1200" baseline="0"/>
          </a:br>
          <a:r>
            <a:rPr lang="en-US" sz="1800" b="0" i="0" kern="1200" baseline="0"/>
            <a:t>from_league, to_league, position, transfer_fee, market_value_in_eur, height_in_cm, DeclineFlag.</a:t>
          </a:r>
          <a:endParaRPr lang="en-US" sz="1800" kern="1200"/>
        </a:p>
      </dsp:txBody>
      <dsp:txXfrm>
        <a:off x="1129902" y="3673107"/>
        <a:ext cx="5171698" cy="978270"/>
      </dsp:txXfrm>
    </dsp:sp>
    <dsp:sp modelId="{944BFE8F-35EB-4D17-AD90-210BEC1FF887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6F6665-4091-4F9A-9722-915052D3BA6D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EFEC1-701E-402E-85AE-36008A4996E7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Main Limitation:</a:t>
          </a:r>
          <a:r>
            <a:rPr lang="en-US" sz="1800" b="0" i="0" kern="1200" baseline="0"/>
            <a:t> No injury or morale data.</a:t>
          </a:r>
          <a:endParaRPr lang="en-US" sz="1800" kern="1200"/>
        </a:p>
      </dsp:txBody>
      <dsp:txXfrm>
        <a:off x="1129902" y="4895945"/>
        <a:ext cx="5171698" cy="978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50B91-0A1D-4863-9F6C-AF2698E2F8D2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Encoded categorical columns (league, position, foot).</a:t>
          </a:r>
          <a:endParaRPr lang="en-US" sz="2400" kern="1200"/>
        </a:p>
      </dsp:txBody>
      <dsp:txXfrm>
        <a:off x="27017" y="27017"/>
        <a:ext cx="7668958" cy="868383"/>
      </dsp:txXfrm>
    </dsp:sp>
    <dsp:sp modelId="{B086A5C6-B283-4695-9855-3F29117D90F2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Scaled numerical features.</a:t>
          </a:r>
          <a:endParaRPr lang="en-US" sz="2400" kern="1200"/>
        </a:p>
      </dsp:txBody>
      <dsp:txXfrm>
        <a:off x="759181" y="1117146"/>
        <a:ext cx="7356493" cy="868383"/>
      </dsp:txXfrm>
    </dsp:sp>
    <dsp:sp modelId="{9F68E965-356C-4408-93E7-2857895B038F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Derived features: goal rate per minute, pre-transfer minutes, market-value ratios.</a:t>
          </a:r>
          <a:endParaRPr lang="en-US" sz="2400" kern="1200"/>
        </a:p>
      </dsp:txBody>
      <dsp:txXfrm>
        <a:off x="1480418" y="2207275"/>
        <a:ext cx="7367421" cy="868383"/>
      </dsp:txXfrm>
    </dsp:sp>
    <dsp:sp modelId="{E6FC589F-5C90-482B-B835-EF9BF76DF0B3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Dropped IDs and redundant columns.</a:t>
          </a:r>
          <a:endParaRPr lang="en-US" sz="2400" kern="1200" dirty="0"/>
        </a:p>
      </dsp:txBody>
      <dsp:txXfrm>
        <a:off x="2212582" y="3297404"/>
        <a:ext cx="7356493" cy="868383"/>
      </dsp:txXfrm>
    </dsp:sp>
    <dsp:sp modelId="{FDC002A8-B259-48CE-9A7A-C800E6831F6A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9247D93A-5D23-407D-B08F-BBD2EC8A18A9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DECEA33A-C987-49D3-87D9-EC137A484B85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AAC037-A929-4A73-8A92-DAA068BD6C43}">
      <dsp:nvSpPr>
        <dsp:cNvPr id="0" name=""/>
        <dsp:cNvSpPr/>
      </dsp:nvSpPr>
      <dsp:spPr>
        <a:xfrm>
          <a:off x="0" y="918"/>
          <a:ext cx="6301601" cy="7948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A7557-B831-4337-BD7F-A303A6EF5322}">
      <dsp:nvSpPr>
        <dsp:cNvPr id="0" name=""/>
        <dsp:cNvSpPr/>
      </dsp:nvSpPr>
      <dsp:spPr>
        <a:xfrm>
          <a:off x="240440" y="179758"/>
          <a:ext cx="437164" cy="4371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27FACB-C0CC-499E-A6AE-40C7F97E6AED}">
      <dsp:nvSpPr>
        <dsp:cNvPr id="0" name=""/>
        <dsp:cNvSpPr/>
      </dsp:nvSpPr>
      <dsp:spPr>
        <a:xfrm>
          <a:off x="918045" y="918"/>
          <a:ext cx="5383555" cy="79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21" tIns="84121" rIns="84121" bIns="8412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u="sng" kern="1200"/>
            <a:t>Final Performance on Test Data</a:t>
          </a:r>
          <a:endParaRPr lang="en-US" sz="1700" kern="1200"/>
        </a:p>
      </dsp:txBody>
      <dsp:txXfrm>
        <a:off x="918045" y="918"/>
        <a:ext cx="5383555" cy="794844"/>
      </dsp:txXfrm>
    </dsp:sp>
    <dsp:sp modelId="{8D1B9E53-E051-49F1-BF9B-19D0F52FAD70}">
      <dsp:nvSpPr>
        <dsp:cNvPr id="0" name=""/>
        <dsp:cNvSpPr/>
      </dsp:nvSpPr>
      <dsp:spPr>
        <a:xfrm>
          <a:off x="0" y="1104926"/>
          <a:ext cx="6301601" cy="1681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DE4D42-71EB-4084-9E62-1B8994BD45F3}">
      <dsp:nvSpPr>
        <dsp:cNvPr id="0" name=""/>
        <dsp:cNvSpPr/>
      </dsp:nvSpPr>
      <dsp:spPr>
        <a:xfrm>
          <a:off x="240440" y="1727266"/>
          <a:ext cx="437164" cy="4371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C69BE-8B83-46DE-AFC4-722A6C313D33}">
      <dsp:nvSpPr>
        <dsp:cNvPr id="0" name=""/>
        <dsp:cNvSpPr/>
      </dsp:nvSpPr>
      <dsp:spPr>
        <a:xfrm>
          <a:off x="918045" y="994474"/>
          <a:ext cx="5383555" cy="1902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21" tIns="84121" rIns="84121" bIns="8412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Accuracy = 0.72,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ROC-AUC = 0.76,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F1 = 0.59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(for Decline class)</a:t>
          </a:r>
        </a:p>
      </dsp:txBody>
      <dsp:txXfrm>
        <a:off x="918045" y="994474"/>
        <a:ext cx="5383555" cy="1902747"/>
      </dsp:txXfrm>
    </dsp:sp>
    <dsp:sp modelId="{4AE5731A-7BB6-4695-A210-FC98BF37C4AE}">
      <dsp:nvSpPr>
        <dsp:cNvPr id="0" name=""/>
        <dsp:cNvSpPr/>
      </dsp:nvSpPr>
      <dsp:spPr>
        <a:xfrm>
          <a:off x="0" y="3095933"/>
          <a:ext cx="6301601" cy="7948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87D2BD-C1CA-41EF-BEFB-D8DF03834F18}">
      <dsp:nvSpPr>
        <dsp:cNvPr id="0" name=""/>
        <dsp:cNvSpPr/>
      </dsp:nvSpPr>
      <dsp:spPr>
        <a:xfrm>
          <a:off x="240440" y="3274773"/>
          <a:ext cx="437164" cy="4371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632909-2E74-46CB-AB82-A8A23CE68213}">
      <dsp:nvSpPr>
        <dsp:cNvPr id="0" name=""/>
        <dsp:cNvSpPr/>
      </dsp:nvSpPr>
      <dsp:spPr>
        <a:xfrm>
          <a:off x="918045" y="3095933"/>
          <a:ext cx="5383555" cy="79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21" tIns="84121" rIns="84121" bIns="8412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Confusion Matrix → heatmap image</a:t>
          </a:r>
        </a:p>
      </dsp:txBody>
      <dsp:txXfrm>
        <a:off x="918045" y="3095933"/>
        <a:ext cx="5383555" cy="794844"/>
      </dsp:txXfrm>
    </dsp:sp>
    <dsp:sp modelId="{ABD89449-89C8-44EF-9D09-FA4F241D100C}">
      <dsp:nvSpPr>
        <dsp:cNvPr id="0" name=""/>
        <dsp:cNvSpPr/>
      </dsp:nvSpPr>
      <dsp:spPr>
        <a:xfrm>
          <a:off x="0" y="4089489"/>
          <a:ext cx="6301601" cy="7948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7F5752-A18D-43C3-AF0A-455DF90B830A}">
      <dsp:nvSpPr>
        <dsp:cNvPr id="0" name=""/>
        <dsp:cNvSpPr/>
      </dsp:nvSpPr>
      <dsp:spPr>
        <a:xfrm>
          <a:off x="240440" y="4268329"/>
          <a:ext cx="437164" cy="4371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E9FC2D-B90C-4AD0-9BCA-D2E80BD1A24F}">
      <dsp:nvSpPr>
        <dsp:cNvPr id="0" name=""/>
        <dsp:cNvSpPr/>
      </dsp:nvSpPr>
      <dsp:spPr>
        <a:xfrm>
          <a:off x="918045" y="4089489"/>
          <a:ext cx="5383555" cy="79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21" tIns="84121" rIns="84121" bIns="8412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ROC Curve</a:t>
          </a:r>
        </a:p>
      </dsp:txBody>
      <dsp:txXfrm>
        <a:off x="918045" y="4089489"/>
        <a:ext cx="5383555" cy="794844"/>
      </dsp:txXfrm>
    </dsp:sp>
    <dsp:sp modelId="{023439D5-27B7-4BA1-BD08-2DBB94E0D542}">
      <dsp:nvSpPr>
        <dsp:cNvPr id="0" name=""/>
        <dsp:cNvSpPr/>
      </dsp:nvSpPr>
      <dsp:spPr>
        <a:xfrm>
          <a:off x="0" y="5083045"/>
          <a:ext cx="6301601" cy="7948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CDEC4C-9B38-43A4-96FC-EA64BAA918BE}">
      <dsp:nvSpPr>
        <dsp:cNvPr id="0" name=""/>
        <dsp:cNvSpPr/>
      </dsp:nvSpPr>
      <dsp:spPr>
        <a:xfrm>
          <a:off x="240440" y="5261885"/>
          <a:ext cx="437164" cy="43716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7A7A8-DD3F-4100-AFF5-A54580D8FAAC}">
      <dsp:nvSpPr>
        <dsp:cNvPr id="0" name=""/>
        <dsp:cNvSpPr/>
      </dsp:nvSpPr>
      <dsp:spPr>
        <a:xfrm>
          <a:off x="918045" y="5083045"/>
          <a:ext cx="5383555" cy="79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21" tIns="84121" rIns="84121" bIns="8412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Balanced Precision/Recall between classes.</a:t>
          </a:r>
        </a:p>
      </dsp:txBody>
      <dsp:txXfrm>
        <a:off x="918045" y="5083045"/>
        <a:ext cx="5383555" cy="7948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4DBEC-C157-4F60-AFA2-DF77606395C9}">
      <dsp:nvSpPr>
        <dsp:cNvPr id="0" name=""/>
        <dsp:cNvSpPr/>
      </dsp:nvSpPr>
      <dsp:spPr>
        <a:xfrm>
          <a:off x="0" y="0"/>
          <a:ext cx="626364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16374-B049-48AA-BC5B-C964942799E3}">
      <dsp:nvSpPr>
        <dsp:cNvPr id="0" name=""/>
        <dsp:cNvSpPr/>
      </dsp:nvSpPr>
      <dsp:spPr>
        <a:xfrm>
          <a:off x="0" y="0"/>
          <a:ext cx="6263640" cy="137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Players moving </a:t>
          </a:r>
          <a:r>
            <a:rPr lang="en-US" sz="2300" b="1" i="0" kern="1200" baseline="0"/>
            <a:t>to higher-tier leagues</a:t>
          </a:r>
          <a:r>
            <a:rPr lang="en-US" sz="2300" b="0" i="0" kern="1200" baseline="0"/>
            <a:t> → higher decline risk.</a:t>
          </a:r>
          <a:endParaRPr lang="en-US" sz="2300" kern="1200"/>
        </a:p>
      </dsp:txBody>
      <dsp:txXfrm>
        <a:off x="0" y="0"/>
        <a:ext cx="6263640" cy="1376171"/>
      </dsp:txXfrm>
    </dsp:sp>
    <dsp:sp modelId="{91694ADA-C9E3-4D75-8DB2-423B2D019536}">
      <dsp:nvSpPr>
        <dsp:cNvPr id="0" name=""/>
        <dsp:cNvSpPr/>
      </dsp:nvSpPr>
      <dsp:spPr>
        <a:xfrm>
          <a:off x="0" y="1376171"/>
          <a:ext cx="626364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4C01C-EC75-4093-8CE6-D6AE4D3A2AE0}">
      <dsp:nvSpPr>
        <dsp:cNvPr id="0" name=""/>
        <dsp:cNvSpPr/>
      </dsp:nvSpPr>
      <dsp:spPr>
        <a:xfrm>
          <a:off x="0" y="1376171"/>
          <a:ext cx="6263640" cy="137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Age</a:t>
          </a:r>
          <a:r>
            <a:rPr lang="en-US" sz="2300" b="0" i="0" kern="1200" baseline="0"/>
            <a:t>, </a:t>
          </a:r>
          <a:r>
            <a:rPr lang="en-US" sz="2300" b="1" i="0" kern="1200" baseline="0"/>
            <a:t>minutes played</a:t>
          </a:r>
          <a:r>
            <a:rPr lang="en-US" sz="2300" b="0" i="0" kern="1200" baseline="0"/>
            <a:t>, and </a:t>
          </a:r>
          <a:r>
            <a:rPr lang="en-US" sz="2300" b="1" i="0" kern="1200" baseline="0"/>
            <a:t>transfer fee</a:t>
          </a:r>
          <a:r>
            <a:rPr lang="en-US" sz="2300" b="0" i="0" kern="1200" baseline="0"/>
            <a:t> are top predictors.</a:t>
          </a:r>
          <a:endParaRPr lang="en-US" sz="2300" kern="1200"/>
        </a:p>
      </dsp:txBody>
      <dsp:txXfrm>
        <a:off x="0" y="1376171"/>
        <a:ext cx="6263640" cy="1376171"/>
      </dsp:txXfrm>
    </dsp:sp>
    <dsp:sp modelId="{B27680FD-27A4-4C43-AA18-A24404D654F4}">
      <dsp:nvSpPr>
        <dsp:cNvPr id="0" name=""/>
        <dsp:cNvSpPr/>
      </dsp:nvSpPr>
      <dsp:spPr>
        <a:xfrm>
          <a:off x="0" y="2752343"/>
          <a:ext cx="626364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25705-47BA-4D2A-BD4D-2F7CCA6A59F3}">
      <dsp:nvSpPr>
        <dsp:cNvPr id="0" name=""/>
        <dsp:cNvSpPr/>
      </dsp:nvSpPr>
      <dsp:spPr>
        <a:xfrm>
          <a:off x="0" y="2752343"/>
          <a:ext cx="6263640" cy="137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Defenders</a:t>
          </a:r>
          <a:r>
            <a:rPr lang="en-US" sz="2300" b="0" i="0" kern="1200" baseline="0"/>
            <a:t> show more stable performance post-transfer.</a:t>
          </a:r>
          <a:endParaRPr lang="en-US" sz="2300" kern="1200"/>
        </a:p>
      </dsp:txBody>
      <dsp:txXfrm>
        <a:off x="0" y="2752343"/>
        <a:ext cx="6263640" cy="1376171"/>
      </dsp:txXfrm>
    </dsp:sp>
    <dsp:sp modelId="{B77AFE31-A449-41F3-AFDF-47C71946C1EB}">
      <dsp:nvSpPr>
        <dsp:cNvPr id="0" name=""/>
        <dsp:cNvSpPr/>
      </dsp:nvSpPr>
      <dsp:spPr>
        <a:xfrm>
          <a:off x="0" y="4128515"/>
          <a:ext cx="626364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07C65-4F29-4B1C-A869-E5E3CDE3253A}">
      <dsp:nvSpPr>
        <dsp:cNvPr id="0" name=""/>
        <dsp:cNvSpPr/>
      </dsp:nvSpPr>
      <dsp:spPr>
        <a:xfrm>
          <a:off x="0" y="4128515"/>
          <a:ext cx="6263640" cy="137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The model captures general patterns but not psychological or team fit factors.</a:t>
          </a:r>
          <a:br>
            <a:rPr lang="en-US" sz="2300" b="0" i="0" kern="1200" baseline="0"/>
          </a:br>
          <a:r>
            <a:rPr lang="en-US" sz="2300" b="0" i="1" kern="1200" baseline="0"/>
            <a:t>(Insert bar chart of top-20 feature importances.)</a:t>
          </a:r>
          <a:endParaRPr lang="en-US" sz="2300" kern="1200"/>
        </a:p>
      </dsp:txBody>
      <dsp:txXfrm>
        <a:off x="0" y="4128515"/>
        <a:ext cx="6263640" cy="13761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0F6F34-73A6-49BD-B8D9-71F6F0CE1203}">
      <dsp:nvSpPr>
        <dsp:cNvPr id="0" name=""/>
        <dsp:cNvSpPr/>
      </dsp:nvSpPr>
      <dsp:spPr>
        <a:xfrm>
          <a:off x="2705303" y="1030908"/>
          <a:ext cx="5903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038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84971" y="1073523"/>
        <a:ext cx="31049" cy="6209"/>
      </dsp:txXfrm>
    </dsp:sp>
    <dsp:sp modelId="{99828071-DE04-4E47-AAB4-B9A4C9C1A43B}">
      <dsp:nvSpPr>
        <dsp:cNvPr id="0" name=""/>
        <dsp:cNvSpPr/>
      </dsp:nvSpPr>
      <dsp:spPr>
        <a:xfrm>
          <a:off x="7172" y="266649"/>
          <a:ext cx="2699931" cy="16199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Missing injury and fitness data.</a:t>
          </a:r>
          <a:endParaRPr lang="en-US" sz="2400" kern="1200"/>
        </a:p>
      </dsp:txBody>
      <dsp:txXfrm>
        <a:off x="7172" y="266649"/>
        <a:ext cx="2699931" cy="1619958"/>
      </dsp:txXfrm>
    </dsp:sp>
    <dsp:sp modelId="{6734CB6D-779F-4449-8537-C67809DE8E85}">
      <dsp:nvSpPr>
        <dsp:cNvPr id="0" name=""/>
        <dsp:cNvSpPr/>
      </dsp:nvSpPr>
      <dsp:spPr>
        <a:xfrm>
          <a:off x="6026219" y="1030908"/>
          <a:ext cx="5903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0384" y="45720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05886" y="1073523"/>
        <a:ext cx="31049" cy="6209"/>
      </dsp:txXfrm>
    </dsp:sp>
    <dsp:sp modelId="{0E698743-6C54-4E26-A996-85F3EB1B6B24}">
      <dsp:nvSpPr>
        <dsp:cNvPr id="0" name=""/>
        <dsp:cNvSpPr/>
      </dsp:nvSpPr>
      <dsp:spPr>
        <a:xfrm>
          <a:off x="3328087" y="266649"/>
          <a:ext cx="2699931" cy="1619958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Class imbalance → some decline cases under-represented.</a:t>
          </a:r>
          <a:endParaRPr lang="en-US" sz="2400" kern="1200"/>
        </a:p>
      </dsp:txBody>
      <dsp:txXfrm>
        <a:off x="3328087" y="266649"/>
        <a:ext cx="2699931" cy="1619958"/>
      </dsp:txXfrm>
    </dsp:sp>
    <dsp:sp modelId="{B4118A10-191D-4423-94C0-EF6BB0792206}">
      <dsp:nvSpPr>
        <dsp:cNvPr id="0" name=""/>
        <dsp:cNvSpPr/>
      </dsp:nvSpPr>
      <dsp:spPr>
        <a:xfrm>
          <a:off x="1357138" y="1884807"/>
          <a:ext cx="6641830" cy="590384"/>
        </a:xfrm>
        <a:custGeom>
          <a:avLst/>
          <a:gdLst/>
          <a:ahLst/>
          <a:cxnLst/>
          <a:rect l="0" t="0" r="0" b="0"/>
          <a:pathLst>
            <a:path>
              <a:moveTo>
                <a:pt x="6641830" y="0"/>
              </a:moveTo>
              <a:lnTo>
                <a:pt x="6641830" y="312292"/>
              </a:lnTo>
              <a:lnTo>
                <a:pt x="0" y="312292"/>
              </a:lnTo>
              <a:lnTo>
                <a:pt x="0" y="590384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11283" y="2176895"/>
        <a:ext cx="333539" cy="6209"/>
      </dsp:txXfrm>
    </dsp:sp>
    <dsp:sp modelId="{506B141F-AAE9-4AE2-8323-0A61405D82D6}">
      <dsp:nvSpPr>
        <dsp:cNvPr id="0" name=""/>
        <dsp:cNvSpPr/>
      </dsp:nvSpPr>
      <dsp:spPr>
        <a:xfrm>
          <a:off x="6649003" y="266649"/>
          <a:ext cx="2699931" cy="1619958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League coding masks within-league variation.</a:t>
          </a:r>
          <a:br>
            <a:rPr lang="en-US" sz="2400" b="0" i="0" kern="1200" baseline="0"/>
          </a:br>
          <a:r>
            <a:rPr lang="en-US" sz="2400" b="1" i="0" kern="1200" baseline="0"/>
            <a:t>Next Steps</a:t>
          </a:r>
          <a:endParaRPr lang="en-US" sz="2400" kern="1200"/>
        </a:p>
      </dsp:txBody>
      <dsp:txXfrm>
        <a:off x="6649003" y="266649"/>
        <a:ext cx="2699931" cy="1619958"/>
      </dsp:txXfrm>
    </dsp:sp>
    <dsp:sp modelId="{40F4B035-EF5E-46E7-AAEB-B9B0DC6328FB}">
      <dsp:nvSpPr>
        <dsp:cNvPr id="0" name=""/>
        <dsp:cNvSpPr/>
      </dsp:nvSpPr>
      <dsp:spPr>
        <a:xfrm>
          <a:off x="2705303" y="3271851"/>
          <a:ext cx="5903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0384" y="45720"/>
              </a:lnTo>
            </a:path>
          </a:pathLst>
        </a:custGeom>
        <a:noFill/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84971" y="3314466"/>
        <a:ext cx="31049" cy="6209"/>
      </dsp:txXfrm>
    </dsp:sp>
    <dsp:sp modelId="{BE7A1F1F-588D-4B12-8B87-A382262C0568}">
      <dsp:nvSpPr>
        <dsp:cNvPr id="0" name=""/>
        <dsp:cNvSpPr/>
      </dsp:nvSpPr>
      <dsp:spPr>
        <a:xfrm>
          <a:off x="7172" y="2507592"/>
          <a:ext cx="2699931" cy="1619958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Add FIFA/EA performance ratings and injury stats.</a:t>
          </a:r>
          <a:endParaRPr lang="en-US" sz="2400" kern="1200"/>
        </a:p>
      </dsp:txBody>
      <dsp:txXfrm>
        <a:off x="7172" y="2507592"/>
        <a:ext cx="2699931" cy="1619958"/>
      </dsp:txXfrm>
    </dsp:sp>
    <dsp:sp modelId="{066603A6-69BE-46FE-B0D5-A7AE8310DFD9}">
      <dsp:nvSpPr>
        <dsp:cNvPr id="0" name=""/>
        <dsp:cNvSpPr/>
      </dsp:nvSpPr>
      <dsp:spPr>
        <a:xfrm>
          <a:off x="6026219" y="3271851"/>
          <a:ext cx="5903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0384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05886" y="3314466"/>
        <a:ext cx="31049" cy="6209"/>
      </dsp:txXfrm>
    </dsp:sp>
    <dsp:sp modelId="{7E438821-9CB5-4562-BBD2-5209D88D0BAA}">
      <dsp:nvSpPr>
        <dsp:cNvPr id="0" name=""/>
        <dsp:cNvSpPr/>
      </dsp:nvSpPr>
      <dsp:spPr>
        <a:xfrm>
          <a:off x="3328087" y="2507592"/>
          <a:ext cx="2699931" cy="1619958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Try XGBoost or LightGBM for recall boost.</a:t>
          </a:r>
          <a:endParaRPr lang="en-US" sz="2400" kern="1200"/>
        </a:p>
      </dsp:txBody>
      <dsp:txXfrm>
        <a:off x="3328087" y="2507592"/>
        <a:ext cx="2699931" cy="1619958"/>
      </dsp:txXfrm>
    </dsp:sp>
    <dsp:sp modelId="{767C4536-D761-4688-8B71-82128D701AEF}">
      <dsp:nvSpPr>
        <dsp:cNvPr id="0" name=""/>
        <dsp:cNvSpPr/>
      </dsp:nvSpPr>
      <dsp:spPr>
        <a:xfrm>
          <a:off x="6649003" y="2507592"/>
          <a:ext cx="2699931" cy="1619958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Deploy Streamlit dashboard for scouting use.</a:t>
          </a:r>
          <a:endParaRPr lang="en-US" sz="2400" kern="1200"/>
        </a:p>
      </dsp:txBody>
      <dsp:txXfrm>
        <a:off x="6649003" y="2507592"/>
        <a:ext cx="2699931" cy="16199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AEB80-AFDC-4060-A35C-FBD2592F0E39}">
      <dsp:nvSpPr>
        <dsp:cNvPr id="0" name=""/>
        <dsp:cNvSpPr/>
      </dsp:nvSpPr>
      <dsp:spPr>
        <a:xfrm>
          <a:off x="380489" y="0"/>
          <a:ext cx="5530735" cy="553073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FD5157-F54B-441A-8F99-663F9B91D8BD}">
      <dsp:nvSpPr>
        <dsp:cNvPr id="0" name=""/>
        <dsp:cNvSpPr/>
      </dsp:nvSpPr>
      <dsp:spPr>
        <a:xfrm>
          <a:off x="905909" y="525419"/>
          <a:ext cx="2156986" cy="21569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Quantifies risk for every potential transfer.</a:t>
          </a:r>
        </a:p>
      </dsp:txBody>
      <dsp:txXfrm>
        <a:off x="1011204" y="630714"/>
        <a:ext cx="1946396" cy="1946396"/>
      </dsp:txXfrm>
    </dsp:sp>
    <dsp:sp modelId="{D231D485-A028-4780-844D-63A6920118E0}">
      <dsp:nvSpPr>
        <dsp:cNvPr id="0" name=""/>
        <dsp:cNvSpPr/>
      </dsp:nvSpPr>
      <dsp:spPr>
        <a:xfrm>
          <a:off x="3228818" y="525419"/>
          <a:ext cx="2156986" cy="2156986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Supports clubs in contract negotiations and budget allocation.</a:t>
          </a:r>
        </a:p>
      </dsp:txBody>
      <dsp:txXfrm>
        <a:off x="3334113" y="630714"/>
        <a:ext cx="1946396" cy="1946396"/>
      </dsp:txXfrm>
    </dsp:sp>
    <dsp:sp modelId="{3C755EB9-F375-4B69-A94E-474396754778}">
      <dsp:nvSpPr>
        <dsp:cNvPr id="0" name=""/>
        <dsp:cNvSpPr/>
      </dsp:nvSpPr>
      <dsp:spPr>
        <a:xfrm>
          <a:off x="905909" y="2848328"/>
          <a:ext cx="2156986" cy="2156986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Enables data-driven scouting to avoid costly mistakes.</a:t>
          </a:r>
          <a:br>
            <a:rPr lang="en-US" sz="1800" kern="1200"/>
          </a:br>
          <a:r>
            <a:rPr lang="en-US" sz="1800" b="1" kern="1200"/>
            <a:t>Final Takeaway:</a:t>
          </a:r>
          <a:endParaRPr lang="en-US" sz="1800" kern="1200"/>
        </a:p>
      </dsp:txBody>
      <dsp:txXfrm>
        <a:off x="1011204" y="2953623"/>
        <a:ext cx="1946396" cy="1946396"/>
      </dsp:txXfrm>
    </dsp:sp>
    <dsp:sp modelId="{64103AD8-CFEB-4641-B0C4-7202E2C0794F}">
      <dsp:nvSpPr>
        <dsp:cNvPr id="0" name=""/>
        <dsp:cNvSpPr/>
      </dsp:nvSpPr>
      <dsp:spPr>
        <a:xfrm>
          <a:off x="3228818" y="2848328"/>
          <a:ext cx="2156986" cy="2156986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A 0.76 AUC model can meaningfully reduce transfer risk through data-driven analytics.</a:t>
          </a:r>
          <a:endParaRPr lang="en-US" sz="1800" kern="1200"/>
        </a:p>
      </dsp:txBody>
      <dsp:txXfrm>
        <a:off x="3334113" y="2953623"/>
        <a:ext cx="1946396" cy="1946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3D9E2-BBF9-669D-4AF2-AFA1AA544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A32B2-81CD-F898-7F88-D97AC1D60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4389C-445C-C029-F416-5696D091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08CF-4893-4A5B-8AB3-B2176D7A23C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98EE1-1FD2-6679-5BAD-63F95BBDC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C87A7-F94D-88B2-CF45-A5EEEADEB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03FD-8D63-4C60-B53B-D0C7BAB8E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8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B317-11E5-96AF-DD4E-F747682B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F7BB3-046E-52D3-6D7A-234219CAA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0D437-D661-DFE0-7071-B54BE3CC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08CF-4893-4A5B-8AB3-B2176D7A23C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899DC-6DB7-5297-3A9A-ECBECD44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E83D2-35A8-D5DA-A9D4-5FDA8842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03FD-8D63-4C60-B53B-D0C7BAB8E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8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55B6-2D31-DA33-21C7-EBF1CDEC4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C4B29-8B99-DE74-34A8-1B4D11E7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9F8FA-0108-EE58-B0A9-B4619DB4E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08CF-4893-4A5B-8AB3-B2176D7A23C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D0E8D-3D53-5430-CABF-CD07E34A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DCBC9-F98F-5BD8-2545-CBE09178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03FD-8D63-4C60-B53B-D0C7BAB8E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2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C0110-BCBD-E372-4F37-98A8630A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BAE06-16C4-B692-15D6-29C08CA73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D4E26-EA6D-1C99-F8D0-4471A3D79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A6347-17CD-30E6-1864-CA342A4A4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08CF-4893-4A5B-8AB3-B2176D7A23C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803FA-82E0-2AAD-F031-76FC3D6F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F16C3-B8E0-A6F4-691B-2DCC0339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03FD-8D63-4C60-B53B-D0C7BAB8E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41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A2B8-FBCA-9C92-0C0B-6DF6BE8F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E66EC-05E9-D462-88CF-149394E69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C9C02-2B03-5226-8321-85ADC5D2B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BD18EF-1CB6-D0A4-ADDF-E6823BAD9E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517624-7F6B-23EA-39E4-E5B1ECE77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B804B-FD1D-CA49-0077-1C923CC48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08CF-4893-4A5B-8AB3-B2176D7A23C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0F5CB7-A98D-6634-DD43-33065E426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4F3FD5-A7FE-4BC6-5A49-B7B806B98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03FD-8D63-4C60-B53B-D0C7BAB8E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4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BA23-68B0-B2D8-E323-31B9A1C8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9AABD5-6669-8BA7-312F-2B4D85B87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08CF-4893-4A5B-8AB3-B2176D7A23C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06ECC-1393-6641-1C3E-5C3FAC25E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CC843-809B-ECA5-55F7-81AD5C203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03FD-8D63-4C60-B53B-D0C7BAB8E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58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EBB3CC-1597-47AF-C166-E39C8634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08CF-4893-4A5B-8AB3-B2176D7A23C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2C4B5-006E-9FCD-4543-303E905F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DC186-1A55-1A93-18F4-D7B326C9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03FD-8D63-4C60-B53B-D0C7BAB8E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58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CFD8-14D8-6928-67EB-77D3B32E2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9663-F451-BF8C-C842-BEC4D7509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7D2C8-CA3D-38DA-AFBF-35BE16457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89A3B-C3EE-67A7-C9E1-2C32291C7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08CF-4893-4A5B-8AB3-B2176D7A23C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21644-4937-056F-D8ED-6B5AD815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5D665-F18D-8248-7C36-5719A659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03FD-8D63-4C60-B53B-D0C7BAB8E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1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97BF-B40F-B762-0EF4-E01EA1504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789DF5-F7EA-0C42-114D-8566FB019A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4E853-40A9-7D0C-9AAA-6F8E4A44F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46857-34F6-9154-3133-BAA22B22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08CF-4893-4A5B-8AB3-B2176D7A23C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7C22C-B98A-B58B-E57B-B3734643A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8CAD7-FB62-5A52-E225-19DC81C6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03FD-8D63-4C60-B53B-D0C7BAB8E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1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0F541-553C-2494-6376-DF1A85CCD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8FAEE-469F-831B-418D-29CB4236A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A9FDF-E159-A3C8-C23F-16594F34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08CF-4893-4A5B-8AB3-B2176D7A23C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95CB6-A050-95E1-8F4D-11EE6ED7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61743-22AF-9838-BDCB-A39EEF95C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03FD-8D63-4C60-B53B-D0C7BAB8E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0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0C525-A5D2-8790-976F-849AFEA2B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72E2B-728C-C7D1-3EDB-E5A73AEBC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529B2-EC1A-4E68-453C-AC997CC8F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408CF-4893-4A5B-8AB3-B2176D7A23C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4EE23-85F9-32C7-A3EA-D9ADA1F29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8639D-04C8-7AAF-DC1E-6509291C7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03FD-8D63-4C60-B53B-D0C7BAB8E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25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182210-D9E8-661F-E5CF-5A0C50DAB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E16FD-54E1-E390-E0C4-E65BB22F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82BE8-88D3-5944-52F4-E653BA851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408CF-4893-4A5B-8AB3-B2176D7A23C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0934F-4D42-0D46-CD8B-640682A0C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06137-ADFB-3DCC-CF4C-341A40B4C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2E03FD-8D63-4C60-B53B-D0C7BAB8E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9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88E68-9E8D-51DD-8417-104A31BEB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Predicting Football Player Performance Decline After Transfer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5602A-BECA-9CA2-44B9-9ED276D32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2636" y="4578703"/>
            <a:ext cx="10005951" cy="2005779"/>
          </a:xfrm>
        </p:spPr>
        <p:txBody>
          <a:bodyPr anchor="ctr">
            <a:normAutofit/>
          </a:bodyPr>
          <a:lstStyle/>
          <a:p>
            <a:pPr algn="l"/>
            <a:r>
              <a:rPr lang="en-US" sz="3900" dirty="0"/>
              <a:t>Arash Karimi</a:t>
            </a:r>
            <a:br>
              <a:rPr lang="en-US" sz="3900" dirty="0"/>
            </a:br>
            <a:r>
              <a:rPr lang="en-US" sz="3900" dirty="0"/>
              <a:t>Ferhat Karabatman</a:t>
            </a:r>
          </a:p>
          <a:p>
            <a:pPr algn="l"/>
            <a:br>
              <a:rPr lang="en-US" sz="1800" dirty="0"/>
            </a:br>
            <a:r>
              <a:rPr lang="en-US" sz="1800" dirty="0" err="1"/>
              <a:t>Erdös</a:t>
            </a:r>
            <a:r>
              <a:rPr lang="en-US" sz="1800" dirty="0"/>
              <a:t> Data Science Bootcamp 2025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93992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AD92-F844-C7D4-2287-45B3572F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Predict Transfer Decline?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639853-96FA-17FD-3FB4-9C01F11BEF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362413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783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73B9DC-28B5-9765-61D8-0678014E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Why It Matters?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8CE2F30-E644-CFEE-95F0-464907CA3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802" y="2636195"/>
            <a:ext cx="4646905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Data-driven recruitment reduces financial risk.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Objective: identify high-risk transfers before committing resources.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</a:b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Key Metrics: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Accuracy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</a:rPr>
              <a:t>= 0.72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ROC-AUC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</a:rPr>
              <a:t>= 0.76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F1 (Decline Class)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</a:rPr>
              <a:t>= 0.59</a:t>
            </a:r>
          </a:p>
          <a:p>
            <a:pPr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700" dirty="0"/>
          </a:p>
          <a:p>
            <a:pPr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Decision Use: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Helps prioritize scouting budgets and optimize player portfolios.</a:t>
            </a:r>
          </a:p>
        </p:txBody>
      </p:sp>
      <p:pic>
        <p:nvPicPr>
          <p:cNvPr id="9" name="Picture 8" descr="Sticky notes with question marks">
            <a:extLst>
              <a:ext uri="{FF2B5EF4-FFF2-40B4-BE49-F238E27FC236}">
                <a16:creationId xmlns:a16="http://schemas.microsoft.com/office/drawing/2014/main" id="{6CADA1FD-65CE-1FE8-86DC-3487FC279A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21" r="19078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65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8017F-761A-B5A4-98D1-B1E752FA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750" y="1188385"/>
            <a:ext cx="3200400" cy="42381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Sources &amp; Overview</a:t>
            </a:r>
          </a:p>
        </p:txBody>
      </p:sp>
      <p:grpSp>
        <p:nvGrpSpPr>
          <p:cNvPr id="1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D6C45ED6-0D21-40FF-85AE-FDAF7BDE3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620857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780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3A9E4-29F0-63D0-1ED4-7B2544E3B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Turning Raw Data into Signals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7D9DB61-FC95-313B-86CA-AA2E11B4FA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135314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5666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787B0-C52C-5260-5261-18732C8B6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From Baselines to Final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8E1D6A-9BFE-E990-6822-1C81BC090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732326"/>
              </p:ext>
            </p:extLst>
          </p:nvPr>
        </p:nvGraphicFramePr>
        <p:xfrm>
          <a:off x="1130869" y="1950531"/>
          <a:ext cx="9930262" cy="4394200"/>
        </p:xfrm>
        <a:graphic>
          <a:graphicData uri="http://schemas.openxmlformats.org/drawingml/2006/table">
            <a:tbl>
              <a:tblPr firstRow="1" bandRow="1"/>
              <a:tblGrid>
                <a:gridCol w="3894143">
                  <a:extLst>
                    <a:ext uri="{9D8B030D-6E8A-4147-A177-3AD203B41FA5}">
                      <a16:colId xmlns:a16="http://schemas.microsoft.com/office/drawing/2014/main" val="46887108"/>
                    </a:ext>
                  </a:extLst>
                </a:gridCol>
                <a:gridCol w="3894143">
                  <a:extLst>
                    <a:ext uri="{9D8B030D-6E8A-4147-A177-3AD203B41FA5}">
                      <a16:colId xmlns:a16="http://schemas.microsoft.com/office/drawing/2014/main" val="2864402504"/>
                    </a:ext>
                  </a:extLst>
                </a:gridCol>
                <a:gridCol w="2141976">
                  <a:extLst>
                    <a:ext uri="{9D8B030D-6E8A-4147-A177-3AD203B41FA5}">
                      <a16:colId xmlns:a16="http://schemas.microsoft.com/office/drawing/2014/main" val="79684991"/>
                    </a:ext>
                  </a:extLst>
                </a:gridCol>
              </a:tblGrid>
              <a:tr h="623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Model</a:t>
                      </a:r>
                    </a:p>
                  </a:txBody>
                  <a:tcPr marL="141748" marR="141748" marT="70874" marB="70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Notes</a:t>
                      </a:r>
                    </a:p>
                  </a:txBody>
                  <a:tcPr marL="141748" marR="141748" marT="70874" marB="70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ROC-AUC</a:t>
                      </a:r>
                    </a:p>
                  </a:txBody>
                  <a:tcPr marL="141748" marR="141748" marT="70874" marB="70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849949"/>
                  </a:ext>
                </a:extLst>
              </a:tr>
              <a:tr h="623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Logistic Regression</a:t>
                      </a:r>
                    </a:p>
                  </a:txBody>
                  <a:tcPr marL="141748" marR="141748" marT="70874" marB="70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Interpretable baseline</a:t>
                      </a:r>
                    </a:p>
                  </a:txBody>
                  <a:tcPr marL="141748" marR="141748" marT="70874" marB="70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0.70</a:t>
                      </a:r>
                    </a:p>
                  </a:txBody>
                  <a:tcPr marL="141748" marR="141748" marT="70874" marB="70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78628"/>
                  </a:ext>
                </a:extLst>
              </a:tr>
              <a:tr h="623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Decision Tree</a:t>
                      </a:r>
                    </a:p>
                  </a:txBody>
                  <a:tcPr marL="141748" marR="141748" marT="70874" marB="70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Slight overfit</a:t>
                      </a:r>
                    </a:p>
                  </a:txBody>
                  <a:tcPr marL="141748" marR="141748" marT="70874" marB="70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0.72</a:t>
                      </a:r>
                    </a:p>
                  </a:txBody>
                  <a:tcPr marL="141748" marR="141748" marT="70874" marB="70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107689"/>
                  </a:ext>
                </a:extLst>
              </a:tr>
              <a:tr h="1048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Random Forest (300 trees)</a:t>
                      </a:r>
                      <a:endParaRPr lang="en-US" sz="2800" dirty="0"/>
                    </a:p>
                  </a:txBody>
                  <a:tcPr marL="141748" marR="141748" marT="70874" marB="70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Best generalization</a:t>
                      </a:r>
                    </a:p>
                  </a:txBody>
                  <a:tcPr marL="141748" marR="141748" marT="70874" marB="70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0.76</a:t>
                      </a:r>
                      <a:endParaRPr lang="en-US" sz="2800" dirty="0"/>
                    </a:p>
                  </a:txBody>
                  <a:tcPr marL="141748" marR="141748" marT="70874" marB="70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092694"/>
                  </a:ext>
                </a:extLst>
              </a:tr>
              <a:tr h="1474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Discarded:</a:t>
                      </a:r>
                      <a:r>
                        <a:rPr lang="en-US" sz="1100" dirty="0"/>
                        <a:t> Gradient Boosting overfit given limited samples.</a:t>
                      </a:r>
                    </a:p>
                  </a:txBody>
                  <a:tcPr marL="141748" marR="141748" marT="70874" marB="70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800"/>
                    </a:p>
                  </a:txBody>
                  <a:tcPr marL="141748" marR="141748" marT="70874" marB="70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800" dirty="0"/>
                    </a:p>
                  </a:txBody>
                  <a:tcPr marL="141748" marR="141748" marT="70874" marB="70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944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824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DCA66-AE0D-15D5-74A3-A0C3C39FF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50" y="1297885"/>
            <a:ext cx="3200400" cy="423811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Results 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023D7504-8415-288B-2E25-15E0232075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111378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5005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4515-5D97-E264-FC7F-7EA0A34BA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04" y="296299"/>
            <a:ext cx="4323735" cy="1325563"/>
          </a:xfrm>
        </p:spPr>
        <p:txBody>
          <a:bodyPr/>
          <a:lstStyle/>
          <a:p>
            <a:pPr algn="ctr"/>
            <a:r>
              <a:rPr lang="en-US" dirty="0"/>
              <a:t>Confusion Matrix</a:t>
            </a:r>
            <a:br>
              <a:rPr lang="en-US" dirty="0"/>
            </a:br>
            <a:r>
              <a:rPr lang="en-US" sz="1800" dirty="0"/>
              <a:t>for test data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FDB7C2-786E-CF24-37F7-4F54EDAFB942}"/>
              </a:ext>
            </a:extLst>
          </p:cNvPr>
          <p:cNvSpPr txBox="1">
            <a:spLocks/>
          </p:cNvSpPr>
          <p:nvPr/>
        </p:nvSpPr>
        <p:spPr>
          <a:xfrm>
            <a:off x="7135761" y="346812"/>
            <a:ext cx="4323735" cy="1031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ROC Curve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B2D541-22EB-5DC3-1196-AD27F4BE1D98}"/>
              </a:ext>
            </a:extLst>
          </p:cNvPr>
          <p:cNvCxnSpPr/>
          <p:nvPr/>
        </p:nvCxnSpPr>
        <p:spPr>
          <a:xfrm>
            <a:off x="6017342" y="1160205"/>
            <a:ext cx="0" cy="49456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ue and white graph&#10;&#10;AI-generated content may be incorrect.">
            <a:extLst>
              <a:ext uri="{FF2B5EF4-FFF2-40B4-BE49-F238E27FC236}">
                <a16:creationId xmlns:a16="http://schemas.microsoft.com/office/drawing/2014/main" id="{78D47061-7D19-92B2-630A-2390E88F5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66" y="2000860"/>
            <a:ext cx="4572009" cy="3657607"/>
          </a:xfrm>
          <a:prstGeom prst="rect">
            <a:avLst/>
          </a:prstGeom>
        </p:spPr>
      </p:pic>
      <p:pic>
        <p:nvPicPr>
          <p:cNvPr id="10" name="Picture 9" descr="A graph with a line and a point&#10;&#10;AI-generated content may be incorrect.">
            <a:extLst>
              <a:ext uri="{FF2B5EF4-FFF2-40B4-BE49-F238E27FC236}">
                <a16:creationId xmlns:a16="http://schemas.microsoft.com/office/drawing/2014/main" id="{20FC94A7-2AD7-497A-3B21-EE2E42C9D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495" y="1423215"/>
            <a:ext cx="5486411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75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7C702-0F35-09FA-D03B-EFC31E3F5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/>
              <a:t>What the Model Tells Us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2B48CBC-B44F-7D4D-8316-8B7A228A19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558555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1383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2FA667-82AD-BB13-1E68-DD6F5D8C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anchor="t">
            <a:normAutofit/>
          </a:bodyPr>
          <a:lstStyle/>
          <a:p>
            <a:r>
              <a:rPr lang="en-US" sz="6800"/>
              <a:t>Limitations &amp; Next Steps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C41156A-F2F1-6F77-848E-169DA64A04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3092828"/>
              </p:ext>
            </p:extLst>
          </p:nvPr>
        </p:nvGraphicFramePr>
        <p:xfrm>
          <a:off x="1188062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3411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A4BEE-10C6-AED2-7F2C-8A24A6C0D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Business Impact &amp; 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C31D7D-3956-0291-B414-DB09222B0D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3501607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3602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480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Predicting Football Player Performance Decline After Transfer</vt:lpstr>
      <vt:lpstr>Why Predict Transfer Decline?</vt:lpstr>
      <vt:lpstr>Why It Matters?</vt:lpstr>
      <vt:lpstr>Data Sources &amp; Overview</vt:lpstr>
      <vt:lpstr>Turning Raw Data into Signals</vt:lpstr>
      <vt:lpstr>From Baselines to Final Model</vt:lpstr>
      <vt:lpstr>Results </vt:lpstr>
      <vt:lpstr>Confusion Matrix for test data</vt:lpstr>
      <vt:lpstr>What the Model Tells Us</vt:lpstr>
      <vt:lpstr>Limitations &amp; Next Steps</vt:lpstr>
      <vt:lpstr>Business Impact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Pouya Shaeri (Student)</dc:creator>
  <cp:lastModifiedBy>Pouya Shaeri (Student)</cp:lastModifiedBy>
  <cp:revision>5</cp:revision>
  <dcterms:created xsi:type="dcterms:W3CDTF">2025-10-24T07:18:59Z</dcterms:created>
  <dcterms:modified xsi:type="dcterms:W3CDTF">2025-10-29T23:18:46Z</dcterms:modified>
</cp:coreProperties>
</file>